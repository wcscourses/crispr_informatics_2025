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8"/>
  </p:notesMasterIdLst>
  <p:sldIdLst>
    <p:sldId id="261" r:id="rId3"/>
    <p:sldId id="277" r:id="rId4"/>
    <p:sldId id="260" r:id="rId5"/>
    <p:sldId id="274" r:id="rId6"/>
    <p:sldId id="264" r:id="rId7"/>
    <p:sldId id="265" r:id="rId8"/>
    <p:sldId id="266" r:id="rId9"/>
    <p:sldId id="267" r:id="rId10"/>
    <p:sldId id="268" r:id="rId11"/>
    <p:sldId id="263" r:id="rId12"/>
    <p:sldId id="270" r:id="rId13"/>
    <p:sldId id="269" r:id="rId14"/>
    <p:sldId id="271" r:id="rId15"/>
    <p:sldId id="272" r:id="rId16"/>
    <p:sldId id="287" r:id="rId17"/>
    <p:sldId id="273" r:id="rId18"/>
    <p:sldId id="276" r:id="rId19"/>
    <p:sldId id="289" r:id="rId20"/>
    <p:sldId id="290" r:id="rId21"/>
    <p:sldId id="291" r:id="rId22"/>
    <p:sldId id="292" r:id="rId23"/>
    <p:sldId id="288" r:id="rId24"/>
    <p:sldId id="293" r:id="rId25"/>
    <p:sldId id="275" r:id="rId26"/>
    <p:sldId id="286"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BB3"/>
    <a:srgbClr val="FF26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9"/>
    <p:restoredTop sz="94674"/>
  </p:normalViewPr>
  <p:slideViewPr>
    <p:cSldViewPr snapToGrid="0">
      <p:cViewPr>
        <p:scale>
          <a:sx n="93" d="100"/>
          <a:sy n="93" d="100"/>
        </p:scale>
        <p:origin x="928"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ED67C3-F6A4-8548-95D1-290E3CFCC04C}" type="datetimeFigureOut">
              <a:rPr lang="en-US" smtClean="0"/>
              <a:t>7/23/25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9AAA58-213C-7340-8AE6-F22A9F534137}" type="slidenum">
              <a:rPr lang="en-US" smtClean="0"/>
              <a:t>‹#›</a:t>
            </a:fld>
            <a:endParaRPr lang="en-US"/>
          </a:p>
        </p:txBody>
      </p:sp>
    </p:spTree>
    <p:extLst>
      <p:ext uri="{BB962C8B-B14F-4D97-AF65-F5344CB8AC3E}">
        <p14:creationId xmlns:p14="http://schemas.microsoft.com/office/powerpoint/2010/main" val="3413437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2ab0684c9f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2ab0684c9f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B724F2CB-FF34-B49F-B1AC-10F1B0B9CCC0}"/>
            </a:ext>
          </a:extLst>
        </p:cNvPr>
        <p:cNvGrpSpPr/>
        <p:nvPr/>
      </p:nvGrpSpPr>
      <p:grpSpPr>
        <a:xfrm>
          <a:off x="0" y="0"/>
          <a:ext cx="0" cy="0"/>
          <a:chOff x="0" y="0"/>
          <a:chExt cx="0" cy="0"/>
        </a:xfrm>
      </p:grpSpPr>
      <p:sp>
        <p:nvSpPr>
          <p:cNvPr id="231" name="Google Shape;231;g12ab0684c9f_0_113:notes">
            <a:extLst>
              <a:ext uri="{FF2B5EF4-FFF2-40B4-BE49-F238E27FC236}">
                <a16:creationId xmlns:a16="http://schemas.microsoft.com/office/drawing/2014/main" id="{1567977F-6120-6232-D43D-123AF5D325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12ab0684c9f_0_113:notes">
            <a:extLst>
              <a:ext uri="{FF2B5EF4-FFF2-40B4-BE49-F238E27FC236}">
                <a16:creationId xmlns:a16="http://schemas.microsoft.com/office/drawing/2014/main" id="{BA88D0FA-3F70-0B2C-D7F1-4DEA5C1977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3070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79AAA58-213C-7340-8AE6-F22A9F534137}" type="slidenum">
              <a:rPr lang="en-US" smtClean="0"/>
              <a:t>19</a:t>
            </a:fld>
            <a:endParaRPr lang="en-US"/>
          </a:p>
        </p:txBody>
      </p:sp>
    </p:spTree>
    <p:extLst>
      <p:ext uri="{BB962C8B-B14F-4D97-AF65-F5344CB8AC3E}">
        <p14:creationId xmlns:p14="http://schemas.microsoft.com/office/powerpoint/2010/main" val="39194140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6F40C-C0BB-2009-5BD3-E9E59205F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9EE89-0F97-53DD-39FC-6DAF437F83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5097AA-E5BA-E710-004E-43403566DE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E6FFC3-3C83-A0A6-252C-73317C7C0E8F}"/>
              </a:ext>
            </a:extLst>
          </p:cNvPr>
          <p:cNvSpPr>
            <a:spLocks noGrp="1"/>
          </p:cNvSpPr>
          <p:nvPr>
            <p:ph type="sldNum" sz="quarter" idx="5"/>
          </p:nvPr>
        </p:nvSpPr>
        <p:spPr/>
        <p:txBody>
          <a:bodyPr/>
          <a:lstStyle/>
          <a:p>
            <a:fld id="{379AAA58-213C-7340-8AE6-F22A9F534137}" type="slidenum">
              <a:rPr lang="en-US" smtClean="0"/>
              <a:t>20</a:t>
            </a:fld>
            <a:endParaRPr lang="en-US"/>
          </a:p>
        </p:txBody>
      </p:sp>
    </p:spTree>
    <p:extLst>
      <p:ext uri="{BB962C8B-B14F-4D97-AF65-F5344CB8AC3E}">
        <p14:creationId xmlns:p14="http://schemas.microsoft.com/office/powerpoint/2010/main" val="2412721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g11d109eeabd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8" name="Google Shape;428;g11d109eeabd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7D984-FCB4-ABC6-E4E3-C8D27B26B4E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99775FF-AC68-C752-687D-CA4196D3F2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B6773ED-DF88-A9F3-71E1-6241074BD20D}"/>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5" name="Footer Placeholder 4">
            <a:extLst>
              <a:ext uri="{FF2B5EF4-FFF2-40B4-BE49-F238E27FC236}">
                <a16:creationId xmlns:a16="http://schemas.microsoft.com/office/drawing/2014/main" id="{2ECF143D-11D7-9EC7-939F-8713E99FB9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0B389E-4800-44AC-E76D-2F2981E48B9A}"/>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551125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00E61-F10C-5C8F-C1C3-1FA6BEDFA0F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3CE8097-18CF-7EC8-7BEA-42188713321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846C0ED-2E25-077F-2805-88753F916BA1}"/>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5" name="Footer Placeholder 4">
            <a:extLst>
              <a:ext uri="{FF2B5EF4-FFF2-40B4-BE49-F238E27FC236}">
                <a16:creationId xmlns:a16="http://schemas.microsoft.com/office/drawing/2014/main" id="{0735328A-40CA-FEFB-49B2-4B5B1DD223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B2BAF4-ED77-F168-7ED9-B6E5E082955F}"/>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1629360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25A25-FFD2-AC26-580E-9C1B08FCBD7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C2AD96DC-75CE-DBE4-EEE3-1F0A07B81A6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F315A18-040C-098B-8042-7B8099B4C09F}"/>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5" name="Footer Placeholder 4">
            <a:extLst>
              <a:ext uri="{FF2B5EF4-FFF2-40B4-BE49-F238E27FC236}">
                <a16:creationId xmlns:a16="http://schemas.microsoft.com/office/drawing/2014/main" id="{EF0C4235-0C66-5AC1-5598-BB95C8CF5E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729C0-E1BE-0CF7-A4FE-2FD3BE5ADE8B}"/>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16890851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E4316-6E88-5BA0-CAD8-D3B6A449DD0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1D9B8ED-EA07-DA96-3AEB-DBD69B74315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1219FEC-48D8-031C-1243-89A8BD39D6E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833D50F-13B8-EA57-BF5E-9C06B0E7AF94}"/>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6" name="Footer Placeholder 5">
            <a:extLst>
              <a:ext uri="{FF2B5EF4-FFF2-40B4-BE49-F238E27FC236}">
                <a16:creationId xmlns:a16="http://schemas.microsoft.com/office/drawing/2014/main" id="{CE1BCB3B-5EC9-B8D2-BF81-96237366F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5160CF-E5FA-9F16-6B52-C8FE765DA1A7}"/>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13547696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64550-6C32-46C4-7431-9015EED167D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022A2FC-386C-203F-0C84-776AEA8458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1D89215-EEE5-B7BF-6478-769E1BCBFE6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DC65A03-FB9C-99A2-452F-3CE7833A8A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156B315-6D3B-A000-108C-B29F8ED77F8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89E1694-25ED-313B-BED5-49C04036518C}"/>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8" name="Footer Placeholder 7">
            <a:extLst>
              <a:ext uri="{FF2B5EF4-FFF2-40B4-BE49-F238E27FC236}">
                <a16:creationId xmlns:a16="http://schemas.microsoft.com/office/drawing/2014/main" id="{CBB91A95-ECC8-2138-7E18-D2BA23653E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1033B1-BFDD-AE5C-DAC2-92C2ECC2A780}"/>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17412347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3AD46F-597C-40E1-5A2A-B2DBC0A24C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731880C-DA81-F15A-A3B5-8B18D9F4EFD7}"/>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4" name="Footer Placeholder 3">
            <a:extLst>
              <a:ext uri="{FF2B5EF4-FFF2-40B4-BE49-F238E27FC236}">
                <a16:creationId xmlns:a16="http://schemas.microsoft.com/office/drawing/2014/main" id="{926A33C7-F1CC-7B56-DFE3-C7DD9C2D0A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1B2368-FFB8-453C-50B4-96100DBB7D00}"/>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3276832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706402-0DE9-5848-127B-BCC1057FD08E}"/>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3" name="Footer Placeholder 2">
            <a:extLst>
              <a:ext uri="{FF2B5EF4-FFF2-40B4-BE49-F238E27FC236}">
                <a16:creationId xmlns:a16="http://schemas.microsoft.com/office/drawing/2014/main" id="{DF8A057C-4D21-E770-E4C4-A927D089A6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907F1DC-519F-2AE7-7CB8-7F19C2697162}"/>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1432238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26631-3C1A-0A94-C71F-088D5676A98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B3CAFF7-2DFD-BCFF-808F-31C2F276AD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4E542DE-6DCD-D7B5-9F6A-8273FBFD5C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250E2D-A0BA-3878-1C83-55DDE44AB816}"/>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6" name="Footer Placeholder 5">
            <a:extLst>
              <a:ext uri="{FF2B5EF4-FFF2-40B4-BE49-F238E27FC236}">
                <a16:creationId xmlns:a16="http://schemas.microsoft.com/office/drawing/2014/main" id="{9F47175E-F12A-2D92-F2C2-2AFD6AFDF7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F9B396-5A7A-BD2B-3461-8A77C995E9FC}"/>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2317183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6C1D4-75E2-FDDA-B7E9-DB6D0DE42C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DC0E338-47CB-AAD4-0F78-7F43E1D9970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FFC794-B322-255D-1822-A636025EC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F90939-6114-363D-2821-A4B4F944B58C}"/>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6" name="Footer Placeholder 5">
            <a:extLst>
              <a:ext uri="{FF2B5EF4-FFF2-40B4-BE49-F238E27FC236}">
                <a16:creationId xmlns:a16="http://schemas.microsoft.com/office/drawing/2014/main" id="{ED698FDF-68DC-342C-78ED-910B08F192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A69C29-FC48-E202-20D5-B87F714AE6A1}"/>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1572160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3E46E-09CA-FB28-D0B6-5C64B396A05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6F03B4E-C318-14F3-4F7F-9134B7EE44C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F66C26D-206E-8855-887D-9C590898B19C}"/>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5" name="Footer Placeholder 4">
            <a:extLst>
              <a:ext uri="{FF2B5EF4-FFF2-40B4-BE49-F238E27FC236}">
                <a16:creationId xmlns:a16="http://schemas.microsoft.com/office/drawing/2014/main" id="{B7947650-32C7-F654-88B1-B8BDCEB747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A4A96-55A4-A1D0-0AF9-2F7F7C91FD77}"/>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231803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99DA61-A731-6993-6451-2EE6D5B021F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BC1B509E-9A9E-3225-924A-C58E423AED5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84A206-81F1-9632-4604-F44D13BA50F8}"/>
              </a:ext>
            </a:extLst>
          </p:cNvPr>
          <p:cNvSpPr>
            <a:spLocks noGrp="1"/>
          </p:cNvSpPr>
          <p:nvPr>
            <p:ph type="dt" sz="half" idx="10"/>
          </p:nvPr>
        </p:nvSpPr>
        <p:spPr/>
        <p:txBody>
          <a:bodyPr/>
          <a:lstStyle/>
          <a:p>
            <a:fld id="{E77E52B0-E571-3C4F-AE75-DD5176DC0405}" type="datetimeFigureOut">
              <a:rPr lang="en-US" smtClean="0"/>
              <a:t>7/23/25</a:t>
            </a:fld>
            <a:endParaRPr lang="en-US"/>
          </a:p>
        </p:txBody>
      </p:sp>
      <p:sp>
        <p:nvSpPr>
          <p:cNvPr id="5" name="Footer Placeholder 4">
            <a:extLst>
              <a:ext uri="{FF2B5EF4-FFF2-40B4-BE49-F238E27FC236}">
                <a16:creationId xmlns:a16="http://schemas.microsoft.com/office/drawing/2014/main" id="{494A499D-6D3C-217C-24A4-3AB96DB7B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402BB9-CFCD-6522-22BC-1B5F9C948AD6}"/>
              </a:ext>
            </a:extLst>
          </p:cNvPr>
          <p:cNvSpPr>
            <a:spLocks noGrp="1"/>
          </p:cNvSpPr>
          <p:nvPr>
            <p:ph type="sldNum" sz="quarter" idx="12"/>
          </p:nvPr>
        </p:nvSpPr>
        <p:spPr/>
        <p:txBody>
          <a:bodyPr/>
          <a:lstStyle/>
          <a:p>
            <a:fld id="{487A1E63-51B1-944C-9F6F-7F5358FAB984}" type="slidenum">
              <a:rPr lang="en-US" smtClean="0"/>
              <a:t>‹#›</a:t>
            </a:fld>
            <a:endParaRPr lang="en-US"/>
          </a:p>
        </p:txBody>
      </p:sp>
    </p:spTree>
    <p:extLst>
      <p:ext uri="{BB962C8B-B14F-4D97-AF65-F5344CB8AC3E}">
        <p14:creationId xmlns:p14="http://schemas.microsoft.com/office/powerpoint/2010/main" val="6232627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01">
  <p:cSld name="Title Slide 01">
    <p:spTree>
      <p:nvGrpSpPr>
        <p:cNvPr id="1" name="Shape 6"/>
        <p:cNvGrpSpPr/>
        <p:nvPr/>
      </p:nvGrpSpPr>
      <p:grpSpPr>
        <a:xfrm>
          <a:off x="0" y="0"/>
          <a:ext cx="0" cy="0"/>
          <a:chOff x="0" y="0"/>
          <a:chExt cx="0" cy="0"/>
        </a:xfrm>
      </p:grpSpPr>
      <p:pic>
        <p:nvPicPr>
          <p:cNvPr id="7" name="Google Shape;7;p2" descr="A picture containing text&#10;&#10;Description automatically generated"/>
          <p:cNvPicPr preferRelativeResize="0"/>
          <p:nvPr/>
        </p:nvPicPr>
        <p:blipFill rotWithShape="1">
          <a:blip r:embed="rId2">
            <a:alphaModFix/>
          </a:blip>
          <a:srcRect/>
          <a:stretch/>
        </p:blipFill>
        <p:spPr>
          <a:xfrm>
            <a:off x="409162" y="385969"/>
            <a:ext cx="2667001" cy="838200"/>
          </a:xfrm>
          <a:prstGeom prst="rect">
            <a:avLst/>
          </a:prstGeom>
          <a:noFill/>
          <a:ln>
            <a:noFill/>
          </a:ln>
        </p:spPr>
      </p:pic>
      <p:pic>
        <p:nvPicPr>
          <p:cNvPr id="8" name="Google Shape;8;p2"/>
          <p:cNvPicPr preferRelativeResize="0"/>
          <p:nvPr/>
        </p:nvPicPr>
        <p:blipFill rotWithShape="1">
          <a:blip r:embed="rId3">
            <a:alphaModFix/>
          </a:blip>
          <a:srcRect/>
          <a:stretch/>
        </p:blipFill>
        <p:spPr>
          <a:xfrm>
            <a:off x="6556072" y="645201"/>
            <a:ext cx="7007200" cy="7007200"/>
          </a:xfrm>
          <a:prstGeom prst="ellipse">
            <a:avLst/>
          </a:prstGeom>
          <a:noFill/>
          <a:ln>
            <a:noFill/>
          </a:ln>
        </p:spPr>
      </p:pic>
      <p:sp>
        <p:nvSpPr>
          <p:cNvPr id="9" name="Google Shape;9;p2"/>
          <p:cNvSpPr/>
          <p:nvPr/>
        </p:nvSpPr>
        <p:spPr>
          <a:xfrm>
            <a:off x="-2190568" y="-6468307"/>
            <a:ext cx="11206400" cy="11101600"/>
          </a:xfrm>
          <a:prstGeom prst="ellipse">
            <a:avLst/>
          </a:prstGeom>
          <a:noFill/>
          <a:ln w="63500" cap="flat" cmpd="sng">
            <a:solidFill>
              <a:schemeClr val="lt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0" name="Google Shape;10;p2"/>
          <p:cNvSpPr/>
          <p:nvPr/>
        </p:nvSpPr>
        <p:spPr>
          <a:xfrm>
            <a:off x="6807129" y="-5452267"/>
            <a:ext cx="7559600" cy="7488800"/>
          </a:xfrm>
          <a:prstGeom prst="ellipse">
            <a:avLst/>
          </a:prstGeom>
          <a:noFill/>
          <a:ln w="635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1" name="Google Shape;11;p2"/>
          <p:cNvSpPr txBox="1">
            <a:spLocks noGrp="1"/>
          </p:cNvSpPr>
          <p:nvPr>
            <p:ph type="title"/>
          </p:nvPr>
        </p:nvSpPr>
        <p:spPr>
          <a:xfrm>
            <a:off x="475300" y="2103432"/>
            <a:ext cx="6080800" cy="13800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800"/>
              <a:buFont typeface="Helvetica Neue"/>
              <a:buNone/>
              <a:defRPr sz="5067"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2" name="Google Shape;12;p2"/>
          <p:cNvSpPr txBox="1">
            <a:spLocks noGrp="1"/>
          </p:cNvSpPr>
          <p:nvPr>
            <p:ph type="sldNum" idx="12"/>
          </p:nvPr>
        </p:nvSpPr>
        <p:spPr>
          <a:xfrm>
            <a:off x="8973488" y="6086007"/>
            <a:ext cx="2743200" cy="4192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dk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dk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dk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dk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dk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dk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dk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dk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dk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
        <p:nvSpPr>
          <p:cNvPr id="13" name="Google Shape;13;p2"/>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Font typeface="Arial"/>
              <a:buNone/>
              <a:defRPr b="1"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None/>
              <a:defRPr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100"/>
              <a:buNone/>
              <a:defRPr sz="1467"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2142057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02">
  <p:cSld name="Title Slide 02">
    <p:bg>
      <p:bgPr>
        <a:solidFill>
          <a:schemeClr val="lt1"/>
        </a:solidFill>
        <a:effectLst/>
      </p:bgPr>
    </p:bg>
    <p:spTree>
      <p:nvGrpSpPr>
        <p:cNvPr id="1" name="Shape 16"/>
        <p:cNvGrpSpPr/>
        <p:nvPr/>
      </p:nvGrpSpPr>
      <p:grpSpPr>
        <a:xfrm>
          <a:off x="0" y="0"/>
          <a:ext cx="0" cy="0"/>
          <a:chOff x="0" y="0"/>
          <a:chExt cx="0" cy="0"/>
        </a:xfrm>
      </p:grpSpPr>
      <p:pic>
        <p:nvPicPr>
          <p:cNvPr id="17" name="Google Shape;17;p3"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grpSp>
        <p:nvGrpSpPr>
          <p:cNvPr id="18" name="Google Shape;18;p3"/>
          <p:cNvGrpSpPr/>
          <p:nvPr/>
        </p:nvGrpSpPr>
        <p:grpSpPr>
          <a:xfrm rot="-6523636">
            <a:off x="5232262" y="-3098739"/>
            <a:ext cx="10503415" cy="11943227"/>
            <a:chOff x="5278947" y="-2799586"/>
            <a:chExt cx="10503314" cy="11943113"/>
          </a:xfrm>
        </p:grpSpPr>
        <p:sp>
          <p:nvSpPr>
            <p:cNvPr id="19" name="Google Shape;19;p3"/>
            <p:cNvSpPr/>
            <p:nvPr/>
          </p:nvSpPr>
          <p:spPr>
            <a:xfrm rot="-9040307">
              <a:off x="7785785" y="1190830"/>
              <a:ext cx="6785053" cy="6721793"/>
            </a:xfrm>
            <a:prstGeom prst="ellipse">
              <a:avLst/>
            </a:prstGeom>
            <a:noFill/>
            <a:ln w="63500" cap="flat" cmpd="sng">
              <a:solidFill>
                <a:schemeClr val="accent4"/>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20" name="Google Shape;20;p3"/>
            <p:cNvSpPr/>
            <p:nvPr/>
          </p:nvSpPr>
          <p:spPr>
            <a:xfrm rot="-9040181">
              <a:off x="6229138" y="-1833858"/>
              <a:ext cx="5322718" cy="5272744"/>
            </a:xfrm>
            <a:prstGeom prst="ellipse">
              <a:avLst/>
            </a:prstGeom>
            <a:noFill/>
            <a:ln w="635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grpSp>
      <p:sp>
        <p:nvSpPr>
          <p:cNvPr id="21" name="Google Shape;21;p3"/>
          <p:cNvSpPr txBox="1">
            <a:spLocks noGrp="1"/>
          </p:cNvSpPr>
          <p:nvPr>
            <p:ph type="title"/>
          </p:nvPr>
        </p:nvSpPr>
        <p:spPr>
          <a:xfrm>
            <a:off x="475300" y="2103431"/>
            <a:ext cx="6080800" cy="20136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dk1"/>
              </a:buClr>
              <a:buSzPts val="3800"/>
              <a:buFont typeface="Helvetica Neue"/>
              <a:buNone/>
              <a:defRPr sz="5067"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1100"/>
              <a:buNone/>
              <a:defRPr sz="1867">
                <a:solidFill>
                  <a:schemeClr val="dk1"/>
                </a:solidFill>
              </a:defRPr>
            </a:lvl2pPr>
            <a:lvl3pPr lvl="2" rtl="0">
              <a:spcBef>
                <a:spcPts val="0"/>
              </a:spcBef>
              <a:spcAft>
                <a:spcPts val="0"/>
              </a:spcAft>
              <a:buClr>
                <a:schemeClr val="dk1"/>
              </a:buClr>
              <a:buSzPts val="1100"/>
              <a:buNone/>
              <a:defRPr sz="1867">
                <a:solidFill>
                  <a:schemeClr val="dk1"/>
                </a:solidFill>
              </a:defRPr>
            </a:lvl3pPr>
            <a:lvl4pPr lvl="3" rtl="0">
              <a:spcBef>
                <a:spcPts val="0"/>
              </a:spcBef>
              <a:spcAft>
                <a:spcPts val="0"/>
              </a:spcAft>
              <a:buClr>
                <a:schemeClr val="dk1"/>
              </a:buClr>
              <a:buSzPts val="1100"/>
              <a:buNone/>
              <a:defRPr sz="1867">
                <a:solidFill>
                  <a:schemeClr val="dk1"/>
                </a:solidFill>
              </a:defRPr>
            </a:lvl4pPr>
            <a:lvl5pPr lvl="4" rtl="0">
              <a:spcBef>
                <a:spcPts val="0"/>
              </a:spcBef>
              <a:spcAft>
                <a:spcPts val="0"/>
              </a:spcAft>
              <a:buClr>
                <a:schemeClr val="dk1"/>
              </a:buClr>
              <a:buSzPts val="1100"/>
              <a:buNone/>
              <a:defRPr sz="1867">
                <a:solidFill>
                  <a:schemeClr val="dk1"/>
                </a:solidFill>
              </a:defRPr>
            </a:lvl5pPr>
            <a:lvl6pPr lvl="5" rtl="0">
              <a:spcBef>
                <a:spcPts val="0"/>
              </a:spcBef>
              <a:spcAft>
                <a:spcPts val="0"/>
              </a:spcAft>
              <a:buClr>
                <a:schemeClr val="dk1"/>
              </a:buClr>
              <a:buSzPts val="1100"/>
              <a:buNone/>
              <a:defRPr sz="1867">
                <a:solidFill>
                  <a:schemeClr val="dk1"/>
                </a:solidFill>
              </a:defRPr>
            </a:lvl6pPr>
            <a:lvl7pPr lvl="6" rtl="0">
              <a:spcBef>
                <a:spcPts val="0"/>
              </a:spcBef>
              <a:spcAft>
                <a:spcPts val="0"/>
              </a:spcAft>
              <a:buClr>
                <a:schemeClr val="dk1"/>
              </a:buClr>
              <a:buSzPts val="1100"/>
              <a:buNone/>
              <a:defRPr sz="1867">
                <a:solidFill>
                  <a:schemeClr val="dk1"/>
                </a:solidFill>
              </a:defRPr>
            </a:lvl7pPr>
            <a:lvl8pPr lvl="7" rtl="0">
              <a:spcBef>
                <a:spcPts val="0"/>
              </a:spcBef>
              <a:spcAft>
                <a:spcPts val="0"/>
              </a:spcAft>
              <a:buClr>
                <a:schemeClr val="dk1"/>
              </a:buClr>
              <a:buSzPts val="1100"/>
              <a:buNone/>
              <a:defRPr sz="1867">
                <a:solidFill>
                  <a:schemeClr val="dk1"/>
                </a:solidFill>
              </a:defRPr>
            </a:lvl8pPr>
            <a:lvl9pPr lvl="8" rtl="0">
              <a:spcBef>
                <a:spcPts val="0"/>
              </a:spcBef>
              <a:spcAft>
                <a:spcPts val="0"/>
              </a:spcAft>
              <a:buClr>
                <a:schemeClr val="dk1"/>
              </a:buClr>
              <a:buSzPts val="1100"/>
              <a:buNone/>
              <a:defRPr sz="1867">
                <a:solidFill>
                  <a:schemeClr val="dk1"/>
                </a:solidFill>
              </a:defRPr>
            </a:lvl9pPr>
          </a:lstStyle>
          <a:p>
            <a:endParaRPr/>
          </a:p>
        </p:txBody>
      </p:sp>
      <p:sp>
        <p:nvSpPr>
          <p:cNvPr id="22" name="Google Shape;22;p3"/>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Font typeface="Arial"/>
              <a:buNone/>
              <a:defRPr b="1"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23" name="Google Shape;23;p3"/>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None/>
              <a:defRPr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100"/>
              <a:buNone/>
              <a:defRPr sz="1467"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dk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dk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dk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dk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dk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dk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dk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dk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dk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25665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03">
  <p:cSld name="Title Slide 03">
    <p:bg>
      <p:bgPr>
        <a:solidFill>
          <a:schemeClr val="lt1"/>
        </a:solidFill>
        <a:effectLst/>
      </p:bgPr>
    </p:bg>
    <p:spTree>
      <p:nvGrpSpPr>
        <p:cNvPr id="1" name="Shape 26"/>
        <p:cNvGrpSpPr/>
        <p:nvPr/>
      </p:nvGrpSpPr>
      <p:grpSpPr>
        <a:xfrm>
          <a:off x="0" y="0"/>
          <a:ext cx="0" cy="0"/>
          <a:chOff x="0" y="0"/>
          <a:chExt cx="0" cy="0"/>
        </a:xfrm>
      </p:grpSpPr>
      <p:pic>
        <p:nvPicPr>
          <p:cNvPr id="27" name="Google Shape;27;p4"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28" name="Google Shape;28;p4"/>
          <p:cNvSpPr txBox="1">
            <a:spLocks noGrp="1"/>
          </p:cNvSpPr>
          <p:nvPr>
            <p:ph type="title"/>
          </p:nvPr>
        </p:nvSpPr>
        <p:spPr>
          <a:xfrm>
            <a:off x="475300" y="2103431"/>
            <a:ext cx="6080800" cy="20136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dk1"/>
              </a:buClr>
              <a:buSzPts val="3800"/>
              <a:buFont typeface="Helvetica Neue"/>
              <a:buNone/>
              <a:defRPr sz="5067"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1100"/>
              <a:buNone/>
              <a:defRPr sz="1867">
                <a:solidFill>
                  <a:schemeClr val="dk1"/>
                </a:solidFill>
              </a:defRPr>
            </a:lvl2pPr>
            <a:lvl3pPr lvl="2" rtl="0">
              <a:spcBef>
                <a:spcPts val="0"/>
              </a:spcBef>
              <a:spcAft>
                <a:spcPts val="0"/>
              </a:spcAft>
              <a:buClr>
                <a:schemeClr val="dk1"/>
              </a:buClr>
              <a:buSzPts val="1100"/>
              <a:buNone/>
              <a:defRPr sz="1867">
                <a:solidFill>
                  <a:schemeClr val="dk1"/>
                </a:solidFill>
              </a:defRPr>
            </a:lvl3pPr>
            <a:lvl4pPr lvl="3" rtl="0">
              <a:spcBef>
                <a:spcPts val="0"/>
              </a:spcBef>
              <a:spcAft>
                <a:spcPts val="0"/>
              </a:spcAft>
              <a:buClr>
                <a:schemeClr val="dk1"/>
              </a:buClr>
              <a:buSzPts val="1100"/>
              <a:buNone/>
              <a:defRPr sz="1867">
                <a:solidFill>
                  <a:schemeClr val="dk1"/>
                </a:solidFill>
              </a:defRPr>
            </a:lvl4pPr>
            <a:lvl5pPr lvl="4" rtl="0">
              <a:spcBef>
                <a:spcPts val="0"/>
              </a:spcBef>
              <a:spcAft>
                <a:spcPts val="0"/>
              </a:spcAft>
              <a:buClr>
                <a:schemeClr val="dk1"/>
              </a:buClr>
              <a:buSzPts val="1100"/>
              <a:buNone/>
              <a:defRPr sz="1867">
                <a:solidFill>
                  <a:schemeClr val="dk1"/>
                </a:solidFill>
              </a:defRPr>
            </a:lvl5pPr>
            <a:lvl6pPr lvl="5" rtl="0">
              <a:spcBef>
                <a:spcPts val="0"/>
              </a:spcBef>
              <a:spcAft>
                <a:spcPts val="0"/>
              </a:spcAft>
              <a:buClr>
                <a:schemeClr val="dk1"/>
              </a:buClr>
              <a:buSzPts val="1100"/>
              <a:buNone/>
              <a:defRPr sz="1867">
                <a:solidFill>
                  <a:schemeClr val="dk1"/>
                </a:solidFill>
              </a:defRPr>
            </a:lvl6pPr>
            <a:lvl7pPr lvl="6" rtl="0">
              <a:spcBef>
                <a:spcPts val="0"/>
              </a:spcBef>
              <a:spcAft>
                <a:spcPts val="0"/>
              </a:spcAft>
              <a:buClr>
                <a:schemeClr val="dk1"/>
              </a:buClr>
              <a:buSzPts val="1100"/>
              <a:buNone/>
              <a:defRPr sz="1867">
                <a:solidFill>
                  <a:schemeClr val="dk1"/>
                </a:solidFill>
              </a:defRPr>
            </a:lvl7pPr>
            <a:lvl8pPr lvl="7" rtl="0">
              <a:spcBef>
                <a:spcPts val="0"/>
              </a:spcBef>
              <a:spcAft>
                <a:spcPts val="0"/>
              </a:spcAft>
              <a:buClr>
                <a:schemeClr val="dk1"/>
              </a:buClr>
              <a:buSzPts val="1100"/>
              <a:buNone/>
              <a:defRPr sz="1867">
                <a:solidFill>
                  <a:schemeClr val="dk1"/>
                </a:solidFill>
              </a:defRPr>
            </a:lvl8pPr>
            <a:lvl9pPr lvl="8" rtl="0">
              <a:spcBef>
                <a:spcPts val="0"/>
              </a:spcBef>
              <a:spcAft>
                <a:spcPts val="0"/>
              </a:spcAft>
              <a:buClr>
                <a:schemeClr val="dk1"/>
              </a:buClr>
              <a:buSzPts val="1100"/>
              <a:buNone/>
              <a:defRPr sz="1867">
                <a:solidFill>
                  <a:schemeClr val="dk1"/>
                </a:solidFill>
              </a:defRPr>
            </a:lvl9pPr>
          </a:lstStyle>
          <a:p>
            <a:endParaRPr/>
          </a:p>
        </p:txBody>
      </p:sp>
      <p:sp>
        <p:nvSpPr>
          <p:cNvPr id="29" name="Google Shape;29;p4"/>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Font typeface="Arial"/>
              <a:buNone/>
              <a:defRPr b="1"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30" name="Google Shape;30;p4"/>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None/>
              <a:defRPr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31" name="Google Shape;31;p4"/>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100"/>
              <a:buNone/>
              <a:defRPr sz="1467"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32" name="Google Shape;32;p4"/>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dk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dk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dk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dk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dk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dk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dk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dk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dk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
        <p:nvSpPr>
          <p:cNvPr id="33" name="Google Shape;33;p4"/>
          <p:cNvSpPr/>
          <p:nvPr/>
        </p:nvSpPr>
        <p:spPr>
          <a:xfrm>
            <a:off x="7403291" y="2606195"/>
            <a:ext cx="3498400" cy="3498400"/>
          </a:xfrm>
          <a:prstGeom prst="ellipse">
            <a:avLst/>
          </a:prstGeom>
          <a:noFill/>
          <a:ln w="63500" cap="flat" cmpd="sng">
            <a:solidFill>
              <a:schemeClr val="accent6"/>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sp>
        <p:nvSpPr>
          <p:cNvPr id="34" name="Google Shape;34;p4"/>
          <p:cNvSpPr/>
          <p:nvPr/>
        </p:nvSpPr>
        <p:spPr>
          <a:xfrm>
            <a:off x="8490129" y="-482600"/>
            <a:ext cx="4878800" cy="4964800"/>
          </a:xfrm>
          <a:prstGeom prst="ellipse">
            <a:avLst/>
          </a:prstGeom>
          <a:noFill/>
          <a:ln w="635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000725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04">
  <p:cSld name="Title Slide 04">
    <p:bg>
      <p:bgPr>
        <a:solidFill>
          <a:schemeClr val="dk2"/>
        </a:solid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475300" y="2103431"/>
            <a:ext cx="60808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800"/>
              <a:buFont typeface="Helvetica Neue"/>
              <a:buNone/>
              <a:defRPr sz="5067"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pic>
        <p:nvPicPr>
          <p:cNvPr id="37" name="Google Shape;37;p5" descr="A picture containing text&#10;&#10;Description automatically generated"/>
          <p:cNvPicPr preferRelativeResize="0"/>
          <p:nvPr/>
        </p:nvPicPr>
        <p:blipFill rotWithShape="1">
          <a:blip r:embed="rId2">
            <a:alphaModFix/>
          </a:blip>
          <a:srcRect/>
          <a:stretch/>
        </p:blipFill>
        <p:spPr>
          <a:xfrm>
            <a:off x="409162" y="385969"/>
            <a:ext cx="2667001" cy="838200"/>
          </a:xfrm>
          <a:prstGeom prst="rect">
            <a:avLst/>
          </a:prstGeom>
          <a:noFill/>
          <a:ln>
            <a:noFill/>
          </a:ln>
        </p:spPr>
      </p:pic>
      <p:sp>
        <p:nvSpPr>
          <p:cNvPr id="38" name="Google Shape;38;p5"/>
          <p:cNvSpPr/>
          <p:nvPr/>
        </p:nvSpPr>
        <p:spPr>
          <a:xfrm rot="-4743976">
            <a:off x="6887473" y="2806385"/>
            <a:ext cx="6248631" cy="6190344"/>
          </a:xfrm>
          <a:prstGeom prst="ellipse">
            <a:avLst/>
          </a:prstGeom>
          <a:noFill/>
          <a:ln w="63500" cap="flat" cmpd="sng">
            <a:solidFill>
              <a:schemeClr val="lt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39" name="Google Shape;39;p5"/>
          <p:cNvSpPr/>
          <p:nvPr/>
        </p:nvSpPr>
        <p:spPr>
          <a:xfrm rot="-4744071">
            <a:off x="8343525" y="-994224"/>
            <a:ext cx="4901755" cy="4856099"/>
          </a:xfrm>
          <a:prstGeom prst="ellipse">
            <a:avLst/>
          </a:prstGeom>
          <a:noFill/>
          <a:ln w="635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40" name="Google Shape;40;p5"/>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Font typeface="Arial"/>
              <a:buNone/>
              <a:defRPr b="1"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41" name="Google Shape;41;p5"/>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None/>
              <a:defRPr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42" name="Google Shape;42;p5"/>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100"/>
              <a:buNone/>
              <a:defRPr sz="1467"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43" name="Google Shape;43;p5"/>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710067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05">
  <p:cSld name="Title Slide 05">
    <p:bg>
      <p:bgPr>
        <a:solidFill>
          <a:schemeClr val="lt2"/>
        </a:solidFill>
        <a:effectLst/>
      </p:bgPr>
    </p:bg>
    <p:spTree>
      <p:nvGrpSpPr>
        <p:cNvPr id="1" name="Shape 44"/>
        <p:cNvGrpSpPr/>
        <p:nvPr/>
      </p:nvGrpSpPr>
      <p:grpSpPr>
        <a:xfrm>
          <a:off x="0" y="0"/>
          <a:ext cx="0" cy="0"/>
          <a:chOff x="0" y="0"/>
          <a:chExt cx="0" cy="0"/>
        </a:xfrm>
      </p:grpSpPr>
      <p:sp>
        <p:nvSpPr>
          <p:cNvPr id="45" name="Google Shape;45;p6"/>
          <p:cNvSpPr txBox="1">
            <a:spLocks noGrp="1"/>
          </p:cNvSpPr>
          <p:nvPr>
            <p:ph type="title"/>
          </p:nvPr>
        </p:nvSpPr>
        <p:spPr>
          <a:xfrm>
            <a:off x="475300" y="2103431"/>
            <a:ext cx="60808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800"/>
              <a:buFont typeface="Helvetica Neue"/>
              <a:buNone/>
              <a:defRPr sz="5067"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pic>
        <p:nvPicPr>
          <p:cNvPr id="46" name="Google Shape;46;p6" descr="A picture containing text&#10;&#10;Description automatically generated"/>
          <p:cNvPicPr preferRelativeResize="0"/>
          <p:nvPr/>
        </p:nvPicPr>
        <p:blipFill rotWithShape="1">
          <a:blip r:embed="rId2">
            <a:alphaModFix/>
          </a:blip>
          <a:srcRect/>
          <a:stretch/>
        </p:blipFill>
        <p:spPr>
          <a:xfrm>
            <a:off x="409162" y="385969"/>
            <a:ext cx="2667001" cy="838200"/>
          </a:xfrm>
          <a:prstGeom prst="rect">
            <a:avLst/>
          </a:prstGeom>
          <a:noFill/>
          <a:ln>
            <a:noFill/>
          </a:ln>
        </p:spPr>
      </p:pic>
      <p:sp>
        <p:nvSpPr>
          <p:cNvPr id="47" name="Google Shape;47;p6"/>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Font typeface="Arial"/>
              <a:buNone/>
              <a:defRPr b="1"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None/>
              <a:defRPr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49" name="Google Shape;49;p6"/>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100"/>
              <a:buNone/>
              <a:defRPr sz="1467"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50" name="Google Shape;50;p6"/>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514765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06">
  <p:cSld name="Title Slide 06">
    <p:bg>
      <p:bgPr>
        <a:solidFill>
          <a:schemeClr val="dk2"/>
        </a:solidFill>
        <a:effectLst/>
      </p:bgPr>
    </p:bg>
    <p:spTree>
      <p:nvGrpSpPr>
        <p:cNvPr id="1" name="Shape 51"/>
        <p:cNvGrpSpPr/>
        <p:nvPr/>
      </p:nvGrpSpPr>
      <p:grpSpPr>
        <a:xfrm>
          <a:off x="0" y="0"/>
          <a:ext cx="0" cy="0"/>
          <a:chOff x="0" y="0"/>
          <a:chExt cx="0" cy="0"/>
        </a:xfrm>
      </p:grpSpPr>
      <p:sp>
        <p:nvSpPr>
          <p:cNvPr id="52" name="Google Shape;52;p7"/>
          <p:cNvSpPr txBox="1">
            <a:spLocks noGrp="1"/>
          </p:cNvSpPr>
          <p:nvPr>
            <p:ph type="title"/>
          </p:nvPr>
        </p:nvSpPr>
        <p:spPr>
          <a:xfrm>
            <a:off x="475300" y="2103431"/>
            <a:ext cx="60808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800"/>
              <a:buFont typeface="Helvetica Neue"/>
              <a:buNone/>
              <a:defRPr sz="5067"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pic>
        <p:nvPicPr>
          <p:cNvPr id="53" name="Google Shape;53;p7" descr="A picture containing text&#10;&#10;Description automatically generated"/>
          <p:cNvPicPr preferRelativeResize="0"/>
          <p:nvPr/>
        </p:nvPicPr>
        <p:blipFill rotWithShape="1">
          <a:blip r:embed="rId2">
            <a:alphaModFix/>
          </a:blip>
          <a:srcRect/>
          <a:stretch/>
        </p:blipFill>
        <p:spPr>
          <a:xfrm>
            <a:off x="409162" y="385969"/>
            <a:ext cx="2667001" cy="838200"/>
          </a:xfrm>
          <a:prstGeom prst="rect">
            <a:avLst/>
          </a:prstGeom>
          <a:noFill/>
          <a:ln>
            <a:noFill/>
          </a:ln>
        </p:spPr>
      </p:pic>
      <p:sp>
        <p:nvSpPr>
          <p:cNvPr id="54" name="Google Shape;54;p7"/>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Font typeface="Arial"/>
              <a:buNone/>
              <a:defRPr b="1"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55" name="Google Shape;55;p7"/>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None/>
              <a:defRPr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56" name="Google Shape;56;p7"/>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100"/>
              <a:buNone/>
              <a:defRPr sz="1467"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57" name="Google Shape;57;p7"/>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288751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07">
  <p:cSld name="Title Slide 07">
    <p:bg>
      <p:bgPr>
        <a:solidFill>
          <a:schemeClr val="accent5"/>
        </a:solidFill>
        <a:effectLst/>
      </p:bgPr>
    </p:bg>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475300" y="2103431"/>
            <a:ext cx="60808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800"/>
              <a:buFont typeface="Helvetica Neue"/>
              <a:buNone/>
              <a:defRPr sz="5067"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pic>
        <p:nvPicPr>
          <p:cNvPr id="60" name="Google Shape;60;p8" descr="A picture containing text&#10;&#10;Description automatically generated"/>
          <p:cNvPicPr preferRelativeResize="0"/>
          <p:nvPr/>
        </p:nvPicPr>
        <p:blipFill rotWithShape="1">
          <a:blip r:embed="rId2">
            <a:alphaModFix/>
          </a:blip>
          <a:srcRect/>
          <a:stretch/>
        </p:blipFill>
        <p:spPr>
          <a:xfrm>
            <a:off x="409162" y="385969"/>
            <a:ext cx="2667001" cy="838200"/>
          </a:xfrm>
          <a:prstGeom prst="rect">
            <a:avLst/>
          </a:prstGeom>
          <a:noFill/>
          <a:ln>
            <a:noFill/>
          </a:ln>
        </p:spPr>
      </p:pic>
      <p:sp>
        <p:nvSpPr>
          <p:cNvPr id="61" name="Google Shape;61;p8"/>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Font typeface="Arial"/>
              <a:buNone/>
              <a:defRPr b="1"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62" name="Google Shape;62;p8"/>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None/>
              <a:defRPr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63" name="Google Shape;63;p8"/>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100"/>
              <a:buNone/>
              <a:defRPr sz="1467"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64" name="Google Shape;64;p8"/>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113050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Slide 08">
  <p:cSld name="Title Slide 08">
    <p:bg>
      <p:bgPr>
        <a:solidFill>
          <a:schemeClr val="accent6"/>
        </a:solidFill>
        <a:effectLst/>
      </p:bgPr>
    </p:bg>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475300" y="2103431"/>
            <a:ext cx="60808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800"/>
              <a:buFont typeface="Helvetica Neue"/>
              <a:buNone/>
              <a:defRPr sz="5067"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pic>
        <p:nvPicPr>
          <p:cNvPr id="67" name="Google Shape;67;p9" descr="A picture containing text&#10;&#10;Description automatically generated"/>
          <p:cNvPicPr preferRelativeResize="0"/>
          <p:nvPr/>
        </p:nvPicPr>
        <p:blipFill rotWithShape="1">
          <a:blip r:embed="rId2">
            <a:alphaModFix/>
          </a:blip>
          <a:srcRect/>
          <a:stretch/>
        </p:blipFill>
        <p:spPr>
          <a:xfrm>
            <a:off x="409162" y="385969"/>
            <a:ext cx="2667001" cy="838200"/>
          </a:xfrm>
          <a:prstGeom prst="rect">
            <a:avLst/>
          </a:prstGeom>
          <a:noFill/>
          <a:ln>
            <a:noFill/>
          </a:ln>
        </p:spPr>
      </p:pic>
      <p:sp>
        <p:nvSpPr>
          <p:cNvPr id="68" name="Google Shape;68;p9"/>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Font typeface="Arial"/>
              <a:buNone/>
              <a:defRPr b="1"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69" name="Google Shape;69;p9"/>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400"/>
              <a:buNone/>
              <a:defRPr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70" name="Google Shape;70;p9"/>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lt1"/>
              </a:buClr>
              <a:buSzPts val="1100"/>
              <a:buNone/>
              <a:defRPr sz="1467"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71" name="Google Shape;71;p9"/>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682522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Slide 09">
  <p:cSld name="Title Slide 09">
    <p:bg>
      <p:bgPr>
        <a:solidFill>
          <a:schemeClr val="accent4"/>
        </a:solidFill>
        <a:effectLst/>
      </p:bgPr>
    </p:bg>
    <p:spTree>
      <p:nvGrpSpPr>
        <p:cNvPr id="1" name="Shape 72"/>
        <p:cNvGrpSpPr/>
        <p:nvPr/>
      </p:nvGrpSpPr>
      <p:grpSpPr>
        <a:xfrm>
          <a:off x="0" y="0"/>
          <a:ext cx="0" cy="0"/>
          <a:chOff x="0" y="0"/>
          <a:chExt cx="0" cy="0"/>
        </a:xfrm>
      </p:grpSpPr>
      <p:pic>
        <p:nvPicPr>
          <p:cNvPr id="73" name="Google Shape;73;p10"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74" name="Google Shape;74;p10"/>
          <p:cNvSpPr txBox="1">
            <a:spLocks noGrp="1"/>
          </p:cNvSpPr>
          <p:nvPr>
            <p:ph type="title"/>
          </p:nvPr>
        </p:nvSpPr>
        <p:spPr>
          <a:xfrm>
            <a:off x="475300" y="2103431"/>
            <a:ext cx="6080800" cy="20136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dk1"/>
              </a:buClr>
              <a:buSzPts val="3800"/>
              <a:buFont typeface="Helvetica Neue"/>
              <a:buNone/>
              <a:defRPr sz="5067"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1100"/>
              <a:buNone/>
              <a:defRPr sz="1867">
                <a:solidFill>
                  <a:schemeClr val="dk1"/>
                </a:solidFill>
              </a:defRPr>
            </a:lvl2pPr>
            <a:lvl3pPr lvl="2" rtl="0">
              <a:spcBef>
                <a:spcPts val="0"/>
              </a:spcBef>
              <a:spcAft>
                <a:spcPts val="0"/>
              </a:spcAft>
              <a:buClr>
                <a:schemeClr val="dk1"/>
              </a:buClr>
              <a:buSzPts val="1100"/>
              <a:buNone/>
              <a:defRPr sz="1867">
                <a:solidFill>
                  <a:schemeClr val="dk1"/>
                </a:solidFill>
              </a:defRPr>
            </a:lvl3pPr>
            <a:lvl4pPr lvl="3" rtl="0">
              <a:spcBef>
                <a:spcPts val="0"/>
              </a:spcBef>
              <a:spcAft>
                <a:spcPts val="0"/>
              </a:spcAft>
              <a:buClr>
                <a:schemeClr val="dk1"/>
              </a:buClr>
              <a:buSzPts val="1100"/>
              <a:buNone/>
              <a:defRPr sz="1867">
                <a:solidFill>
                  <a:schemeClr val="dk1"/>
                </a:solidFill>
              </a:defRPr>
            </a:lvl4pPr>
            <a:lvl5pPr lvl="4" rtl="0">
              <a:spcBef>
                <a:spcPts val="0"/>
              </a:spcBef>
              <a:spcAft>
                <a:spcPts val="0"/>
              </a:spcAft>
              <a:buClr>
                <a:schemeClr val="dk1"/>
              </a:buClr>
              <a:buSzPts val="1100"/>
              <a:buNone/>
              <a:defRPr sz="1867">
                <a:solidFill>
                  <a:schemeClr val="dk1"/>
                </a:solidFill>
              </a:defRPr>
            </a:lvl5pPr>
            <a:lvl6pPr lvl="5" rtl="0">
              <a:spcBef>
                <a:spcPts val="0"/>
              </a:spcBef>
              <a:spcAft>
                <a:spcPts val="0"/>
              </a:spcAft>
              <a:buClr>
                <a:schemeClr val="dk1"/>
              </a:buClr>
              <a:buSzPts val="1100"/>
              <a:buNone/>
              <a:defRPr sz="1867">
                <a:solidFill>
                  <a:schemeClr val="dk1"/>
                </a:solidFill>
              </a:defRPr>
            </a:lvl6pPr>
            <a:lvl7pPr lvl="6" rtl="0">
              <a:spcBef>
                <a:spcPts val="0"/>
              </a:spcBef>
              <a:spcAft>
                <a:spcPts val="0"/>
              </a:spcAft>
              <a:buClr>
                <a:schemeClr val="dk1"/>
              </a:buClr>
              <a:buSzPts val="1100"/>
              <a:buNone/>
              <a:defRPr sz="1867">
                <a:solidFill>
                  <a:schemeClr val="dk1"/>
                </a:solidFill>
              </a:defRPr>
            </a:lvl7pPr>
            <a:lvl8pPr lvl="7" rtl="0">
              <a:spcBef>
                <a:spcPts val="0"/>
              </a:spcBef>
              <a:spcAft>
                <a:spcPts val="0"/>
              </a:spcAft>
              <a:buClr>
                <a:schemeClr val="dk1"/>
              </a:buClr>
              <a:buSzPts val="1100"/>
              <a:buNone/>
              <a:defRPr sz="1867">
                <a:solidFill>
                  <a:schemeClr val="dk1"/>
                </a:solidFill>
              </a:defRPr>
            </a:lvl8pPr>
            <a:lvl9pPr lvl="8" rtl="0">
              <a:spcBef>
                <a:spcPts val="0"/>
              </a:spcBef>
              <a:spcAft>
                <a:spcPts val="0"/>
              </a:spcAft>
              <a:buClr>
                <a:schemeClr val="dk1"/>
              </a:buClr>
              <a:buSzPts val="1100"/>
              <a:buNone/>
              <a:defRPr sz="1867">
                <a:solidFill>
                  <a:schemeClr val="dk1"/>
                </a:solidFill>
              </a:defRPr>
            </a:lvl9pPr>
          </a:lstStyle>
          <a:p>
            <a:endParaRPr/>
          </a:p>
        </p:txBody>
      </p:sp>
      <p:sp>
        <p:nvSpPr>
          <p:cNvPr id="75" name="Google Shape;75;p10"/>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Font typeface="Arial"/>
              <a:buNone/>
              <a:defRPr b="1"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76" name="Google Shape;76;p10"/>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None/>
              <a:defRPr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77" name="Google Shape;77;p10"/>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100"/>
              <a:buNone/>
              <a:defRPr sz="1467"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78" name="Google Shape;78;p10"/>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dk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dk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dk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dk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dk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dk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dk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dk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dk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6213144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Slide 09 1">
  <p:cSld name="Title Slide 09 1">
    <p:bg>
      <p:bgPr>
        <a:solidFill>
          <a:schemeClr val="lt1"/>
        </a:solidFill>
        <a:effectLst/>
      </p:bgPr>
    </p:bg>
    <p:spTree>
      <p:nvGrpSpPr>
        <p:cNvPr id="1" name="Shape 79"/>
        <p:cNvGrpSpPr/>
        <p:nvPr/>
      </p:nvGrpSpPr>
      <p:grpSpPr>
        <a:xfrm>
          <a:off x="0" y="0"/>
          <a:ext cx="0" cy="0"/>
          <a:chOff x="0" y="0"/>
          <a:chExt cx="0" cy="0"/>
        </a:xfrm>
      </p:grpSpPr>
      <p:pic>
        <p:nvPicPr>
          <p:cNvPr id="80" name="Google Shape;80;p11"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81" name="Google Shape;81;p11"/>
          <p:cNvSpPr txBox="1">
            <a:spLocks noGrp="1"/>
          </p:cNvSpPr>
          <p:nvPr>
            <p:ph type="title"/>
          </p:nvPr>
        </p:nvSpPr>
        <p:spPr>
          <a:xfrm>
            <a:off x="475300" y="2103431"/>
            <a:ext cx="6080800" cy="20136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dk1"/>
              </a:buClr>
              <a:buSzPts val="3800"/>
              <a:buFont typeface="Helvetica Neue"/>
              <a:buNone/>
              <a:defRPr sz="5067"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1100"/>
              <a:buNone/>
              <a:defRPr sz="1867">
                <a:solidFill>
                  <a:schemeClr val="dk1"/>
                </a:solidFill>
              </a:defRPr>
            </a:lvl2pPr>
            <a:lvl3pPr lvl="2" rtl="0">
              <a:spcBef>
                <a:spcPts val="0"/>
              </a:spcBef>
              <a:spcAft>
                <a:spcPts val="0"/>
              </a:spcAft>
              <a:buClr>
                <a:schemeClr val="dk1"/>
              </a:buClr>
              <a:buSzPts val="1100"/>
              <a:buNone/>
              <a:defRPr sz="1867">
                <a:solidFill>
                  <a:schemeClr val="dk1"/>
                </a:solidFill>
              </a:defRPr>
            </a:lvl3pPr>
            <a:lvl4pPr lvl="3" rtl="0">
              <a:spcBef>
                <a:spcPts val="0"/>
              </a:spcBef>
              <a:spcAft>
                <a:spcPts val="0"/>
              </a:spcAft>
              <a:buClr>
                <a:schemeClr val="dk1"/>
              </a:buClr>
              <a:buSzPts val="1100"/>
              <a:buNone/>
              <a:defRPr sz="1867">
                <a:solidFill>
                  <a:schemeClr val="dk1"/>
                </a:solidFill>
              </a:defRPr>
            </a:lvl4pPr>
            <a:lvl5pPr lvl="4" rtl="0">
              <a:spcBef>
                <a:spcPts val="0"/>
              </a:spcBef>
              <a:spcAft>
                <a:spcPts val="0"/>
              </a:spcAft>
              <a:buClr>
                <a:schemeClr val="dk1"/>
              </a:buClr>
              <a:buSzPts val="1100"/>
              <a:buNone/>
              <a:defRPr sz="1867">
                <a:solidFill>
                  <a:schemeClr val="dk1"/>
                </a:solidFill>
              </a:defRPr>
            </a:lvl5pPr>
            <a:lvl6pPr lvl="5" rtl="0">
              <a:spcBef>
                <a:spcPts val="0"/>
              </a:spcBef>
              <a:spcAft>
                <a:spcPts val="0"/>
              </a:spcAft>
              <a:buClr>
                <a:schemeClr val="dk1"/>
              </a:buClr>
              <a:buSzPts val="1100"/>
              <a:buNone/>
              <a:defRPr sz="1867">
                <a:solidFill>
                  <a:schemeClr val="dk1"/>
                </a:solidFill>
              </a:defRPr>
            </a:lvl6pPr>
            <a:lvl7pPr lvl="6" rtl="0">
              <a:spcBef>
                <a:spcPts val="0"/>
              </a:spcBef>
              <a:spcAft>
                <a:spcPts val="0"/>
              </a:spcAft>
              <a:buClr>
                <a:schemeClr val="dk1"/>
              </a:buClr>
              <a:buSzPts val="1100"/>
              <a:buNone/>
              <a:defRPr sz="1867">
                <a:solidFill>
                  <a:schemeClr val="dk1"/>
                </a:solidFill>
              </a:defRPr>
            </a:lvl7pPr>
            <a:lvl8pPr lvl="7" rtl="0">
              <a:spcBef>
                <a:spcPts val="0"/>
              </a:spcBef>
              <a:spcAft>
                <a:spcPts val="0"/>
              </a:spcAft>
              <a:buClr>
                <a:schemeClr val="dk1"/>
              </a:buClr>
              <a:buSzPts val="1100"/>
              <a:buNone/>
              <a:defRPr sz="1867">
                <a:solidFill>
                  <a:schemeClr val="dk1"/>
                </a:solidFill>
              </a:defRPr>
            </a:lvl8pPr>
            <a:lvl9pPr lvl="8" rtl="0">
              <a:spcBef>
                <a:spcPts val="0"/>
              </a:spcBef>
              <a:spcAft>
                <a:spcPts val="0"/>
              </a:spcAft>
              <a:buClr>
                <a:schemeClr val="dk1"/>
              </a:buClr>
              <a:buSzPts val="1100"/>
              <a:buNone/>
              <a:defRPr sz="1867">
                <a:solidFill>
                  <a:schemeClr val="dk1"/>
                </a:solidFill>
              </a:defRPr>
            </a:lvl9pPr>
          </a:lstStyle>
          <a:p>
            <a:endParaRPr/>
          </a:p>
        </p:txBody>
      </p:sp>
      <p:sp>
        <p:nvSpPr>
          <p:cNvPr id="82" name="Google Shape;82;p11"/>
          <p:cNvSpPr txBox="1">
            <a:spLocks noGrp="1"/>
          </p:cNvSpPr>
          <p:nvPr>
            <p:ph type="body" idx="1"/>
          </p:nvPr>
        </p:nvSpPr>
        <p:spPr>
          <a:xfrm>
            <a:off x="432845" y="4956661"/>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Font typeface="Arial"/>
              <a:buNone/>
              <a:defRPr b="1"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83" name="Google Shape;83;p11"/>
          <p:cNvSpPr txBox="1">
            <a:spLocks noGrp="1"/>
          </p:cNvSpPr>
          <p:nvPr>
            <p:ph type="body" idx="2"/>
          </p:nvPr>
        </p:nvSpPr>
        <p:spPr>
          <a:xfrm>
            <a:off x="432845" y="55372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400"/>
              <a:buNone/>
              <a:defRPr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84" name="Google Shape;84;p11"/>
          <p:cNvSpPr txBox="1">
            <a:spLocks noGrp="1"/>
          </p:cNvSpPr>
          <p:nvPr>
            <p:ph type="body" idx="3"/>
          </p:nvPr>
        </p:nvSpPr>
        <p:spPr>
          <a:xfrm>
            <a:off x="432845" y="6330828"/>
            <a:ext cx="6080800" cy="5428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40000"/>
              </a:lnSpc>
              <a:spcBef>
                <a:spcPts val="1067"/>
              </a:spcBef>
              <a:spcAft>
                <a:spcPts val="0"/>
              </a:spcAft>
              <a:buClr>
                <a:schemeClr val="dk1"/>
              </a:buClr>
              <a:buSzPts val="1100"/>
              <a:buNone/>
              <a:defRPr sz="1467"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85" name="Google Shape;85;p11"/>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dk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dk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dk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dk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dk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dk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dk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dk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dk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63844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Divider 01">
  <p:cSld name="Divider 01">
    <p:bg>
      <p:bgPr>
        <a:solidFill>
          <a:schemeClr val="lt1"/>
        </a:solidFill>
        <a:effectLst/>
      </p:bgPr>
    </p:bg>
    <p:spTree>
      <p:nvGrpSpPr>
        <p:cNvPr id="1" name="Shape 86"/>
        <p:cNvGrpSpPr/>
        <p:nvPr/>
      </p:nvGrpSpPr>
      <p:grpSpPr>
        <a:xfrm>
          <a:off x="0" y="0"/>
          <a:ext cx="0" cy="0"/>
          <a:chOff x="0" y="0"/>
          <a:chExt cx="0" cy="0"/>
        </a:xfrm>
      </p:grpSpPr>
      <p:pic>
        <p:nvPicPr>
          <p:cNvPr id="87" name="Google Shape;87;p12" descr="A blurry image of a person&#10;&#10;Description automatically generated"/>
          <p:cNvPicPr preferRelativeResize="0"/>
          <p:nvPr/>
        </p:nvPicPr>
        <p:blipFill rotWithShape="1">
          <a:blip r:embed="rId2">
            <a:alphaModFix/>
          </a:blip>
          <a:srcRect/>
          <a:stretch/>
        </p:blipFill>
        <p:spPr>
          <a:xfrm>
            <a:off x="-89600" y="-50399"/>
            <a:ext cx="12371205" cy="6958801"/>
          </a:xfrm>
          <a:prstGeom prst="rect">
            <a:avLst/>
          </a:prstGeom>
          <a:noFill/>
          <a:ln>
            <a:noFill/>
          </a:ln>
        </p:spPr>
      </p:pic>
      <p:pic>
        <p:nvPicPr>
          <p:cNvPr id="88" name="Google Shape;88;p12" descr="A picture containing text&#10;&#10;Description automatically generated"/>
          <p:cNvPicPr preferRelativeResize="0"/>
          <p:nvPr/>
        </p:nvPicPr>
        <p:blipFill rotWithShape="1">
          <a:blip r:embed="rId3">
            <a:alphaModFix/>
          </a:blip>
          <a:srcRect/>
          <a:stretch/>
        </p:blipFill>
        <p:spPr>
          <a:xfrm>
            <a:off x="409162" y="385969"/>
            <a:ext cx="2667001" cy="838200"/>
          </a:xfrm>
          <a:prstGeom prst="rect">
            <a:avLst/>
          </a:prstGeom>
          <a:noFill/>
          <a:ln>
            <a:noFill/>
          </a:ln>
        </p:spPr>
      </p:pic>
      <p:sp>
        <p:nvSpPr>
          <p:cNvPr id="89" name="Google Shape;89;p12"/>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lt1"/>
              </a:buClr>
              <a:buSzPts val="1100"/>
              <a:buFont typeface="Arial"/>
              <a:buNone/>
              <a:defRPr sz="1467" b="0"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90" name="Google Shape;90;p12"/>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
        <p:nvSpPr>
          <p:cNvPr id="91" name="Google Shape;91;p12"/>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lt1"/>
              </a:buClr>
              <a:buSzPts val="1100"/>
              <a:buFont typeface="Arial"/>
              <a:buNone/>
              <a:defRPr sz="1467" b="0"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92" name="Google Shape;92;p12"/>
          <p:cNvSpPr txBox="1">
            <a:spLocks noGrp="1"/>
          </p:cNvSpPr>
          <p:nvPr>
            <p:ph type="title"/>
          </p:nvPr>
        </p:nvSpPr>
        <p:spPr>
          <a:xfrm>
            <a:off x="475300" y="2472433"/>
            <a:ext cx="50976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400"/>
              <a:buFont typeface="Helvetica Neue"/>
              <a:buNone/>
              <a:defRPr sz="4533"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Tree>
    <p:extLst>
      <p:ext uri="{BB962C8B-B14F-4D97-AF65-F5344CB8AC3E}">
        <p14:creationId xmlns:p14="http://schemas.microsoft.com/office/powerpoint/2010/main" val="41689313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Divider 02">
  <p:cSld name="Divider 02">
    <p:bg>
      <p:bgPr>
        <a:solidFill>
          <a:schemeClr val="accent5"/>
        </a:solidFill>
        <a:effectLst/>
      </p:bgPr>
    </p:bg>
    <p:spTree>
      <p:nvGrpSpPr>
        <p:cNvPr id="1" name="Shape 93"/>
        <p:cNvGrpSpPr/>
        <p:nvPr/>
      </p:nvGrpSpPr>
      <p:grpSpPr>
        <a:xfrm>
          <a:off x="0" y="0"/>
          <a:ext cx="0" cy="0"/>
          <a:chOff x="0" y="0"/>
          <a:chExt cx="0" cy="0"/>
        </a:xfrm>
      </p:grpSpPr>
      <p:pic>
        <p:nvPicPr>
          <p:cNvPr id="94" name="Google Shape;94;p13" descr="A group of people in a room&#10;&#10;Description automatically generated"/>
          <p:cNvPicPr preferRelativeResize="0"/>
          <p:nvPr/>
        </p:nvPicPr>
        <p:blipFill rotWithShape="1">
          <a:blip r:embed="rId2">
            <a:alphaModFix/>
          </a:blip>
          <a:srcRect/>
          <a:stretch/>
        </p:blipFill>
        <p:spPr>
          <a:xfrm>
            <a:off x="7551489" y="-1213583"/>
            <a:ext cx="5822400" cy="5822400"/>
          </a:xfrm>
          <a:prstGeom prst="ellipse">
            <a:avLst/>
          </a:prstGeom>
          <a:noFill/>
          <a:ln>
            <a:noFill/>
          </a:ln>
        </p:spPr>
      </p:pic>
      <p:sp>
        <p:nvSpPr>
          <p:cNvPr id="95" name="Google Shape;95;p13"/>
          <p:cNvSpPr/>
          <p:nvPr/>
        </p:nvSpPr>
        <p:spPr>
          <a:xfrm>
            <a:off x="6921553" y="1892401"/>
            <a:ext cx="3706400" cy="3706400"/>
          </a:xfrm>
          <a:prstGeom prst="ellipse">
            <a:avLst/>
          </a:prstGeom>
          <a:noFill/>
          <a:ln w="63500" cap="flat" cmpd="sng">
            <a:solidFill>
              <a:schemeClr val="lt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pic>
        <p:nvPicPr>
          <p:cNvPr id="96" name="Google Shape;96;p13" descr="A picture containing text&#10;&#10;Description automatically generated"/>
          <p:cNvPicPr preferRelativeResize="0"/>
          <p:nvPr/>
        </p:nvPicPr>
        <p:blipFill rotWithShape="1">
          <a:blip r:embed="rId3">
            <a:alphaModFix/>
          </a:blip>
          <a:srcRect/>
          <a:stretch/>
        </p:blipFill>
        <p:spPr>
          <a:xfrm>
            <a:off x="409162" y="385969"/>
            <a:ext cx="2667001" cy="838200"/>
          </a:xfrm>
          <a:prstGeom prst="rect">
            <a:avLst/>
          </a:prstGeom>
          <a:noFill/>
          <a:ln>
            <a:noFill/>
          </a:ln>
        </p:spPr>
      </p:pic>
      <p:sp>
        <p:nvSpPr>
          <p:cNvPr id="97" name="Google Shape;97;p13"/>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lt1"/>
              </a:buClr>
              <a:buSzPts val="1100"/>
              <a:buFont typeface="Arial"/>
              <a:buNone/>
              <a:defRPr sz="1467" b="0"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98" name="Google Shape;98;p13"/>
          <p:cNvSpPr txBox="1">
            <a:spLocks noGrp="1"/>
          </p:cNvSpPr>
          <p:nvPr>
            <p:ph type="sldNum" idx="12"/>
          </p:nvPr>
        </p:nvSpPr>
        <p:spPr>
          <a:xfrm>
            <a:off x="10535479" y="6086007"/>
            <a:ext cx="1181200" cy="498000"/>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1600" b="0" i="0" u="none" strike="noStrike" cap="none">
                <a:solidFill>
                  <a:schemeClr val="lt1"/>
                </a:solidFill>
                <a:latin typeface="Helvetica Neue"/>
                <a:ea typeface="Helvetica Neue"/>
                <a:cs typeface="Helvetica Neue"/>
                <a:sym typeface="Helvetica Neue"/>
              </a:defRPr>
            </a:lvl1pPr>
            <a:lvl2pPr marL="0" marR="0" lvl="1" indent="0" algn="r" rtl="0">
              <a:spcBef>
                <a:spcPts val="0"/>
              </a:spcBef>
              <a:buNone/>
              <a:defRPr sz="1600" b="0" i="0" u="none" strike="noStrike" cap="none">
                <a:solidFill>
                  <a:schemeClr val="lt1"/>
                </a:solidFill>
                <a:latin typeface="Helvetica Neue"/>
                <a:ea typeface="Helvetica Neue"/>
                <a:cs typeface="Helvetica Neue"/>
                <a:sym typeface="Helvetica Neue"/>
              </a:defRPr>
            </a:lvl2pPr>
            <a:lvl3pPr marL="0" marR="0" lvl="2" indent="0" algn="r" rtl="0">
              <a:spcBef>
                <a:spcPts val="0"/>
              </a:spcBef>
              <a:buNone/>
              <a:defRPr sz="1600" b="0" i="0" u="none" strike="noStrike" cap="none">
                <a:solidFill>
                  <a:schemeClr val="lt1"/>
                </a:solidFill>
                <a:latin typeface="Helvetica Neue"/>
                <a:ea typeface="Helvetica Neue"/>
                <a:cs typeface="Helvetica Neue"/>
                <a:sym typeface="Helvetica Neue"/>
              </a:defRPr>
            </a:lvl3pPr>
            <a:lvl4pPr marL="0" marR="0" lvl="3" indent="0" algn="r" rtl="0">
              <a:spcBef>
                <a:spcPts val="0"/>
              </a:spcBef>
              <a:buNone/>
              <a:defRPr sz="1600" b="0" i="0" u="none" strike="noStrike" cap="none">
                <a:solidFill>
                  <a:schemeClr val="lt1"/>
                </a:solidFill>
                <a:latin typeface="Helvetica Neue"/>
                <a:ea typeface="Helvetica Neue"/>
                <a:cs typeface="Helvetica Neue"/>
                <a:sym typeface="Helvetica Neue"/>
              </a:defRPr>
            </a:lvl4pPr>
            <a:lvl5pPr marL="0" marR="0" lvl="4" indent="0" algn="r" rtl="0">
              <a:spcBef>
                <a:spcPts val="0"/>
              </a:spcBef>
              <a:buNone/>
              <a:defRPr sz="1600" b="0" i="0" u="none" strike="noStrike" cap="none">
                <a:solidFill>
                  <a:schemeClr val="lt1"/>
                </a:solidFill>
                <a:latin typeface="Helvetica Neue"/>
                <a:ea typeface="Helvetica Neue"/>
                <a:cs typeface="Helvetica Neue"/>
                <a:sym typeface="Helvetica Neue"/>
              </a:defRPr>
            </a:lvl5pPr>
            <a:lvl6pPr marL="0" marR="0" lvl="5" indent="0" algn="r" rtl="0">
              <a:spcBef>
                <a:spcPts val="0"/>
              </a:spcBef>
              <a:buNone/>
              <a:defRPr sz="1600" b="0" i="0" u="none" strike="noStrike" cap="none">
                <a:solidFill>
                  <a:schemeClr val="lt1"/>
                </a:solidFill>
                <a:latin typeface="Helvetica Neue"/>
                <a:ea typeface="Helvetica Neue"/>
                <a:cs typeface="Helvetica Neue"/>
                <a:sym typeface="Helvetica Neue"/>
              </a:defRPr>
            </a:lvl6pPr>
            <a:lvl7pPr marL="0" marR="0" lvl="6" indent="0" algn="r" rtl="0">
              <a:spcBef>
                <a:spcPts val="0"/>
              </a:spcBef>
              <a:buNone/>
              <a:defRPr sz="1600" b="0" i="0" u="none" strike="noStrike" cap="none">
                <a:solidFill>
                  <a:schemeClr val="lt1"/>
                </a:solidFill>
                <a:latin typeface="Helvetica Neue"/>
                <a:ea typeface="Helvetica Neue"/>
                <a:cs typeface="Helvetica Neue"/>
                <a:sym typeface="Helvetica Neue"/>
              </a:defRPr>
            </a:lvl7pPr>
            <a:lvl8pPr marL="0" marR="0" lvl="7" indent="0" algn="r" rtl="0">
              <a:spcBef>
                <a:spcPts val="0"/>
              </a:spcBef>
              <a:buNone/>
              <a:defRPr sz="1600" b="0" i="0" u="none" strike="noStrike" cap="none">
                <a:solidFill>
                  <a:schemeClr val="lt1"/>
                </a:solidFill>
                <a:latin typeface="Helvetica Neue"/>
                <a:ea typeface="Helvetica Neue"/>
                <a:cs typeface="Helvetica Neue"/>
                <a:sym typeface="Helvetica Neue"/>
              </a:defRPr>
            </a:lvl8pPr>
            <a:lvl9pPr marL="0" marR="0" lvl="8" indent="0" algn="r" rtl="0">
              <a:spcBef>
                <a:spcPts val="0"/>
              </a:spcBef>
              <a:buNone/>
              <a:defRPr sz="1600" b="0" i="0" u="none" strike="noStrike" cap="none">
                <a:solidFill>
                  <a:schemeClr val="lt1"/>
                </a:solidFill>
                <a:latin typeface="Helvetica Neue"/>
                <a:ea typeface="Helvetica Neue"/>
                <a:cs typeface="Helvetica Neue"/>
                <a:sym typeface="Helvetica Neue"/>
              </a:defRPr>
            </a:lvl9pPr>
          </a:lstStyle>
          <a:p>
            <a:fld id="{00000000-1234-1234-1234-123412341234}" type="slidenum">
              <a:rPr lang="en" smtClean="0"/>
              <a:pPr/>
              <a:t>‹#›</a:t>
            </a:fld>
            <a:endParaRPr lang="en"/>
          </a:p>
        </p:txBody>
      </p:sp>
      <p:sp>
        <p:nvSpPr>
          <p:cNvPr id="99" name="Google Shape;99;p13"/>
          <p:cNvSpPr txBox="1">
            <a:spLocks noGrp="1"/>
          </p:cNvSpPr>
          <p:nvPr>
            <p:ph type="title"/>
          </p:nvPr>
        </p:nvSpPr>
        <p:spPr>
          <a:xfrm>
            <a:off x="475300" y="2472433"/>
            <a:ext cx="50976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lt1"/>
              </a:buClr>
              <a:buSzPts val="3400"/>
              <a:buFont typeface="Helvetica Neue"/>
              <a:buNone/>
              <a:defRPr sz="4533" b="1" i="0" u="none" strike="noStrike" cap="none">
                <a:solidFill>
                  <a:schemeClr val="lt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00" name="Google Shape;100;p13"/>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lt1"/>
              </a:buClr>
              <a:buSzPts val="1100"/>
              <a:buFont typeface="Arial"/>
              <a:buNone/>
              <a:defRPr sz="1467" b="0"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4059904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Divider 03">
  <p:cSld name="Divider 03">
    <p:bg>
      <p:bgPr>
        <a:solidFill>
          <a:schemeClr val="lt1"/>
        </a:solidFill>
        <a:effectLst/>
      </p:bgPr>
    </p:bg>
    <p:spTree>
      <p:nvGrpSpPr>
        <p:cNvPr id="1" name="Shape 101"/>
        <p:cNvGrpSpPr/>
        <p:nvPr/>
      </p:nvGrpSpPr>
      <p:grpSpPr>
        <a:xfrm>
          <a:off x="0" y="0"/>
          <a:ext cx="0" cy="0"/>
          <a:chOff x="0" y="0"/>
          <a:chExt cx="0" cy="0"/>
        </a:xfrm>
      </p:grpSpPr>
      <p:sp>
        <p:nvSpPr>
          <p:cNvPr id="102" name="Google Shape;102;p14"/>
          <p:cNvSpPr/>
          <p:nvPr/>
        </p:nvSpPr>
        <p:spPr>
          <a:xfrm>
            <a:off x="7403291" y="2606195"/>
            <a:ext cx="3498400" cy="3498400"/>
          </a:xfrm>
          <a:prstGeom prst="ellipse">
            <a:avLst/>
          </a:prstGeom>
          <a:noFill/>
          <a:ln w="63500" cap="flat" cmpd="sng">
            <a:solidFill>
              <a:schemeClr val="accent6"/>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sp>
        <p:nvSpPr>
          <p:cNvPr id="103" name="Google Shape;103;p14"/>
          <p:cNvSpPr/>
          <p:nvPr/>
        </p:nvSpPr>
        <p:spPr>
          <a:xfrm>
            <a:off x="8490129" y="-482600"/>
            <a:ext cx="4878800" cy="4964800"/>
          </a:xfrm>
          <a:prstGeom prst="ellipse">
            <a:avLst/>
          </a:prstGeom>
          <a:noFill/>
          <a:ln w="635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pic>
        <p:nvPicPr>
          <p:cNvPr id="104" name="Google Shape;104;p14"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105" name="Google Shape;105;p14"/>
          <p:cNvSpPr txBox="1">
            <a:spLocks noGrp="1"/>
          </p:cNvSpPr>
          <p:nvPr>
            <p:ph type="title"/>
          </p:nvPr>
        </p:nvSpPr>
        <p:spPr>
          <a:xfrm>
            <a:off x="475300" y="2472433"/>
            <a:ext cx="5097600" cy="22252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dk1"/>
              </a:buClr>
              <a:buSzPts val="3400"/>
              <a:buFont typeface="Helvetica Neue"/>
              <a:buNone/>
              <a:defRPr sz="4533"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1100"/>
              <a:buNone/>
              <a:defRPr sz="1867">
                <a:solidFill>
                  <a:schemeClr val="dk1"/>
                </a:solidFill>
              </a:defRPr>
            </a:lvl2pPr>
            <a:lvl3pPr lvl="2" rtl="0">
              <a:spcBef>
                <a:spcPts val="0"/>
              </a:spcBef>
              <a:spcAft>
                <a:spcPts val="0"/>
              </a:spcAft>
              <a:buClr>
                <a:schemeClr val="dk1"/>
              </a:buClr>
              <a:buSzPts val="1100"/>
              <a:buNone/>
              <a:defRPr sz="1867">
                <a:solidFill>
                  <a:schemeClr val="dk1"/>
                </a:solidFill>
              </a:defRPr>
            </a:lvl3pPr>
            <a:lvl4pPr lvl="3" rtl="0">
              <a:spcBef>
                <a:spcPts val="0"/>
              </a:spcBef>
              <a:spcAft>
                <a:spcPts val="0"/>
              </a:spcAft>
              <a:buClr>
                <a:schemeClr val="dk1"/>
              </a:buClr>
              <a:buSzPts val="1100"/>
              <a:buNone/>
              <a:defRPr sz="1867">
                <a:solidFill>
                  <a:schemeClr val="dk1"/>
                </a:solidFill>
              </a:defRPr>
            </a:lvl4pPr>
            <a:lvl5pPr lvl="4" rtl="0">
              <a:spcBef>
                <a:spcPts val="0"/>
              </a:spcBef>
              <a:spcAft>
                <a:spcPts val="0"/>
              </a:spcAft>
              <a:buClr>
                <a:schemeClr val="dk1"/>
              </a:buClr>
              <a:buSzPts val="1100"/>
              <a:buNone/>
              <a:defRPr sz="1867">
                <a:solidFill>
                  <a:schemeClr val="dk1"/>
                </a:solidFill>
              </a:defRPr>
            </a:lvl5pPr>
            <a:lvl6pPr lvl="5" rtl="0">
              <a:spcBef>
                <a:spcPts val="0"/>
              </a:spcBef>
              <a:spcAft>
                <a:spcPts val="0"/>
              </a:spcAft>
              <a:buClr>
                <a:schemeClr val="dk1"/>
              </a:buClr>
              <a:buSzPts val="1100"/>
              <a:buNone/>
              <a:defRPr sz="1867">
                <a:solidFill>
                  <a:schemeClr val="dk1"/>
                </a:solidFill>
              </a:defRPr>
            </a:lvl6pPr>
            <a:lvl7pPr lvl="6" rtl="0">
              <a:spcBef>
                <a:spcPts val="0"/>
              </a:spcBef>
              <a:spcAft>
                <a:spcPts val="0"/>
              </a:spcAft>
              <a:buClr>
                <a:schemeClr val="dk1"/>
              </a:buClr>
              <a:buSzPts val="1100"/>
              <a:buNone/>
              <a:defRPr sz="1867">
                <a:solidFill>
                  <a:schemeClr val="dk1"/>
                </a:solidFill>
              </a:defRPr>
            </a:lvl7pPr>
            <a:lvl8pPr lvl="7" rtl="0">
              <a:spcBef>
                <a:spcPts val="0"/>
              </a:spcBef>
              <a:spcAft>
                <a:spcPts val="0"/>
              </a:spcAft>
              <a:buClr>
                <a:schemeClr val="dk1"/>
              </a:buClr>
              <a:buSzPts val="1100"/>
              <a:buNone/>
              <a:defRPr sz="1867">
                <a:solidFill>
                  <a:schemeClr val="dk1"/>
                </a:solidFill>
              </a:defRPr>
            </a:lvl8pPr>
            <a:lvl9pPr lvl="8" rtl="0">
              <a:spcBef>
                <a:spcPts val="0"/>
              </a:spcBef>
              <a:spcAft>
                <a:spcPts val="0"/>
              </a:spcAft>
              <a:buClr>
                <a:schemeClr val="dk1"/>
              </a:buClr>
              <a:buSzPts val="1100"/>
              <a:buNone/>
              <a:defRPr sz="1867">
                <a:solidFill>
                  <a:schemeClr val="dk1"/>
                </a:solidFill>
              </a:defRPr>
            </a:lvl9pPr>
          </a:lstStyle>
          <a:p>
            <a:endParaRPr/>
          </a:p>
        </p:txBody>
      </p:sp>
      <p:sp>
        <p:nvSpPr>
          <p:cNvPr id="106" name="Google Shape;106;p14"/>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07" name="Google Shape;107;p14"/>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51488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py and image 01">
  <p:cSld name="Copy and image 01">
    <p:bg>
      <p:bgPr>
        <a:solidFill>
          <a:schemeClr val="lt1"/>
        </a:solidFill>
        <a:effectLst/>
      </p:bgPr>
    </p:bg>
    <p:spTree>
      <p:nvGrpSpPr>
        <p:cNvPr id="1" name="Shape 108"/>
        <p:cNvGrpSpPr/>
        <p:nvPr/>
      </p:nvGrpSpPr>
      <p:grpSpPr>
        <a:xfrm>
          <a:off x="0" y="0"/>
          <a:ext cx="0" cy="0"/>
          <a:chOff x="0" y="0"/>
          <a:chExt cx="0" cy="0"/>
        </a:xfrm>
      </p:grpSpPr>
      <p:pic>
        <p:nvPicPr>
          <p:cNvPr id="109" name="Google Shape;109;p15" descr="A person sitting on a stage in front of a computer&#10;&#10;Description automatically generated"/>
          <p:cNvPicPr preferRelativeResize="0"/>
          <p:nvPr/>
        </p:nvPicPr>
        <p:blipFill rotWithShape="1">
          <a:blip r:embed="rId2">
            <a:alphaModFix/>
          </a:blip>
          <a:srcRect b="-421"/>
          <a:stretch/>
        </p:blipFill>
        <p:spPr>
          <a:xfrm>
            <a:off x="6326149" y="821057"/>
            <a:ext cx="4711600" cy="4165200"/>
          </a:xfrm>
          <a:prstGeom prst="hexagon">
            <a:avLst>
              <a:gd name="adj" fmla="val 25000"/>
              <a:gd name="vf" fmla="val 115470"/>
            </a:avLst>
          </a:prstGeom>
          <a:noFill/>
          <a:ln>
            <a:noFill/>
          </a:ln>
        </p:spPr>
      </p:pic>
      <p:sp>
        <p:nvSpPr>
          <p:cNvPr id="110" name="Google Shape;110;p15"/>
          <p:cNvSpPr/>
          <p:nvPr/>
        </p:nvSpPr>
        <p:spPr>
          <a:xfrm>
            <a:off x="7561489" y="-1021459"/>
            <a:ext cx="6087200" cy="5247600"/>
          </a:xfrm>
          <a:prstGeom prst="hexagon">
            <a:avLst>
              <a:gd name="adj" fmla="val 25000"/>
              <a:gd name="vf" fmla="val 115470"/>
            </a:avLst>
          </a:prstGeom>
          <a:noFill/>
          <a:ln w="63500" cap="flat" cmpd="sng">
            <a:solidFill>
              <a:schemeClr val="accent5"/>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11" name="Google Shape;111;p15"/>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12" name="Google Shape;112;p15"/>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13" name="Google Shape;113;p15"/>
          <p:cNvSpPr txBox="1">
            <a:spLocks noGrp="1"/>
          </p:cNvSpPr>
          <p:nvPr>
            <p:ph type="body" idx="3"/>
          </p:nvPr>
        </p:nvSpPr>
        <p:spPr>
          <a:xfrm>
            <a:off x="475312" y="2021305"/>
            <a:ext cx="5412000" cy="27944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364511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py and image 02">
  <p:cSld name="Copy and image 02">
    <p:bg>
      <p:bgPr>
        <a:solidFill>
          <a:schemeClr val="lt1"/>
        </a:solidFill>
        <a:effectLst/>
      </p:bgPr>
    </p:bg>
    <p:spTree>
      <p:nvGrpSpPr>
        <p:cNvPr id="1" name="Shape 114"/>
        <p:cNvGrpSpPr/>
        <p:nvPr/>
      </p:nvGrpSpPr>
      <p:grpSpPr>
        <a:xfrm>
          <a:off x="0" y="0"/>
          <a:ext cx="0" cy="0"/>
          <a:chOff x="0" y="0"/>
          <a:chExt cx="0" cy="0"/>
        </a:xfrm>
      </p:grpSpPr>
      <p:pic>
        <p:nvPicPr>
          <p:cNvPr id="115" name="Google Shape;115;p16"/>
          <p:cNvPicPr preferRelativeResize="0"/>
          <p:nvPr/>
        </p:nvPicPr>
        <p:blipFill rotWithShape="1">
          <a:blip r:embed="rId2">
            <a:alphaModFix/>
          </a:blip>
          <a:srcRect/>
          <a:stretch/>
        </p:blipFill>
        <p:spPr>
          <a:xfrm>
            <a:off x="9333025" y="-749022"/>
            <a:ext cx="4489993" cy="4489993"/>
          </a:xfrm>
          <a:prstGeom prst="ellipse">
            <a:avLst/>
          </a:prstGeom>
          <a:noFill/>
          <a:ln>
            <a:noFill/>
          </a:ln>
        </p:spPr>
      </p:pic>
      <p:pic>
        <p:nvPicPr>
          <p:cNvPr id="116" name="Google Shape;116;p16"/>
          <p:cNvPicPr preferRelativeResize="0"/>
          <p:nvPr/>
        </p:nvPicPr>
        <p:blipFill rotWithShape="1">
          <a:blip r:embed="rId3">
            <a:alphaModFix/>
          </a:blip>
          <a:srcRect/>
          <a:stretch/>
        </p:blipFill>
        <p:spPr>
          <a:xfrm>
            <a:off x="6894890" y="2665313"/>
            <a:ext cx="3201284" cy="3201284"/>
          </a:xfrm>
          <a:prstGeom prst="ellipse">
            <a:avLst/>
          </a:prstGeom>
          <a:noFill/>
          <a:ln>
            <a:noFill/>
          </a:ln>
        </p:spPr>
      </p:pic>
      <p:sp>
        <p:nvSpPr>
          <p:cNvPr id="117" name="Google Shape;117;p16"/>
          <p:cNvSpPr/>
          <p:nvPr/>
        </p:nvSpPr>
        <p:spPr>
          <a:xfrm>
            <a:off x="6900628" y="-990149"/>
            <a:ext cx="4616960" cy="4616960"/>
          </a:xfrm>
          <a:prstGeom prst="ellipse">
            <a:avLst/>
          </a:prstGeom>
          <a:noFill/>
          <a:ln w="63500" cap="flat" cmpd="sng">
            <a:solidFill>
              <a:schemeClr val="dk2"/>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sp>
        <p:nvSpPr>
          <p:cNvPr id="118" name="Google Shape;118;p16"/>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19" name="Google Shape;119;p16"/>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20" name="Google Shape;120;p16"/>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21" name="Google Shape;121;p16"/>
          <p:cNvSpPr txBox="1">
            <a:spLocks noGrp="1"/>
          </p:cNvSpPr>
          <p:nvPr>
            <p:ph type="body" idx="3"/>
          </p:nvPr>
        </p:nvSpPr>
        <p:spPr>
          <a:xfrm>
            <a:off x="475312" y="2021305"/>
            <a:ext cx="5412000" cy="27944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5324743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py and image 03">
  <p:cSld name="Copy and image 03">
    <p:bg>
      <p:bgPr>
        <a:solidFill>
          <a:schemeClr val="lt1"/>
        </a:solidFill>
        <a:effectLst/>
      </p:bgPr>
    </p:bg>
    <p:spTree>
      <p:nvGrpSpPr>
        <p:cNvPr id="1" name="Shape 122"/>
        <p:cNvGrpSpPr/>
        <p:nvPr/>
      </p:nvGrpSpPr>
      <p:grpSpPr>
        <a:xfrm>
          <a:off x="0" y="0"/>
          <a:ext cx="0" cy="0"/>
          <a:chOff x="0" y="0"/>
          <a:chExt cx="0" cy="0"/>
        </a:xfrm>
      </p:grpSpPr>
      <p:pic>
        <p:nvPicPr>
          <p:cNvPr id="123" name="Google Shape;123;p17" descr="A picture containing person, building, young, standing&#10;&#10;Description automatically generated"/>
          <p:cNvPicPr preferRelativeResize="0"/>
          <p:nvPr/>
        </p:nvPicPr>
        <p:blipFill rotWithShape="1">
          <a:blip r:embed="rId2">
            <a:alphaModFix/>
          </a:blip>
          <a:srcRect/>
          <a:stretch/>
        </p:blipFill>
        <p:spPr>
          <a:xfrm>
            <a:off x="5117433" y="1013083"/>
            <a:ext cx="7075220" cy="4640605"/>
          </a:xfrm>
          <a:prstGeom prst="rect">
            <a:avLst/>
          </a:prstGeom>
          <a:noFill/>
          <a:ln>
            <a:noFill/>
          </a:ln>
        </p:spPr>
      </p:pic>
      <p:sp>
        <p:nvSpPr>
          <p:cNvPr id="124" name="Google Shape;124;p17"/>
          <p:cNvSpPr/>
          <p:nvPr/>
        </p:nvSpPr>
        <p:spPr>
          <a:xfrm>
            <a:off x="6795051" y="479351"/>
            <a:ext cx="6308800" cy="4192400"/>
          </a:xfrm>
          <a:prstGeom prst="rect">
            <a:avLst/>
          </a:prstGeom>
          <a:noFill/>
          <a:ln w="63500" cap="flat" cmpd="sng">
            <a:solidFill>
              <a:schemeClr val="accent4"/>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25" name="Google Shape;125;p17"/>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26" name="Google Shape;126;p17"/>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27" name="Google Shape;127;p17"/>
          <p:cNvSpPr txBox="1">
            <a:spLocks noGrp="1"/>
          </p:cNvSpPr>
          <p:nvPr>
            <p:ph type="body" idx="3"/>
          </p:nvPr>
        </p:nvSpPr>
        <p:spPr>
          <a:xfrm>
            <a:off x="474667" y="3697367"/>
            <a:ext cx="2935200" cy="21220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28" name="Google Shape;128;p17"/>
          <p:cNvSpPr txBox="1">
            <a:spLocks noGrp="1"/>
          </p:cNvSpPr>
          <p:nvPr>
            <p:ph type="title"/>
          </p:nvPr>
        </p:nvSpPr>
        <p:spPr>
          <a:xfrm>
            <a:off x="475300" y="1757033"/>
            <a:ext cx="3286400" cy="2122000"/>
          </a:xfrm>
          <a:prstGeom prst="rect">
            <a:avLst/>
          </a:prstGeom>
          <a:noFill/>
          <a:ln>
            <a:noFill/>
          </a:ln>
        </p:spPr>
        <p:txBody>
          <a:bodyPr spcFirstLastPara="1" wrap="square" lIns="68575" tIns="34275" rIns="68575" bIns="34275" anchor="t" anchorCtr="0">
            <a:normAutofit/>
          </a:bodyPr>
          <a:lstStyle>
            <a:lvl1pPr marR="0" lvl="0" algn="l" rtl="0">
              <a:lnSpc>
                <a:spcPct val="80000"/>
              </a:lnSpc>
              <a:spcBef>
                <a:spcPts val="0"/>
              </a:spcBef>
              <a:spcAft>
                <a:spcPts val="0"/>
              </a:spcAft>
              <a:buClr>
                <a:schemeClr val="dk1"/>
              </a:buClr>
              <a:buSzPts val="3400"/>
              <a:buFont typeface="Helvetica Neue"/>
              <a:buNone/>
              <a:defRPr sz="4533"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Clr>
                <a:schemeClr val="dk1"/>
              </a:buClr>
              <a:buSzPts val="1100"/>
              <a:buNone/>
              <a:defRPr sz="1867">
                <a:solidFill>
                  <a:schemeClr val="dk1"/>
                </a:solidFill>
              </a:defRPr>
            </a:lvl2pPr>
            <a:lvl3pPr lvl="2" rtl="0">
              <a:spcBef>
                <a:spcPts val="0"/>
              </a:spcBef>
              <a:spcAft>
                <a:spcPts val="0"/>
              </a:spcAft>
              <a:buClr>
                <a:schemeClr val="dk1"/>
              </a:buClr>
              <a:buSzPts val="1100"/>
              <a:buNone/>
              <a:defRPr sz="1867">
                <a:solidFill>
                  <a:schemeClr val="dk1"/>
                </a:solidFill>
              </a:defRPr>
            </a:lvl3pPr>
            <a:lvl4pPr lvl="3" rtl="0">
              <a:spcBef>
                <a:spcPts val="0"/>
              </a:spcBef>
              <a:spcAft>
                <a:spcPts val="0"/>
              </a:spcAft>
              <a:buClr>
                <a:schemeClr val="dk1"/>
              </a:buClr>
              <a:buSzPts val="1100"/>
              <a:buNone/>
              <a:defRPr sz="1867">
                <a:solidFill>
                  <a:schemeClr val="dk1"/>
                </a:solidFill>
              </a:defRPr>
            </a:lvl4pPr>
            <a:lvl5pPr lvl="4" rtl="0">
              <a:spcBef>
                <a:spcPts val="0"/>
              </a:spcBef>
              <a:spcAft>
                <a:spcPts val="0"/>
              </a:spcAft>
              <a:buClr>
                <a:schemeClr val="dk1"/>
              </a:buClr>
              <a:buSzPts val="1100"/>
              <a:buNone/>
              <a:defRPr sz="1867">
                <a:solidFill>
                  <a:schemeClr val="dk1"/>
                </a:solidFill>
              </a:defRPr>
            </a:lvl5pPr>
            <a:lvl6pPr lvl="5" rtl="0">
              <a:spcBef>
                <a:spcPts val="0"/>
              </a:spcBef>
              <a:spcAft>
                <a:spcPts val="0"/>
              </a:spcAft>
              <a:buClr>
                <a:schemeClr val="dk1"/>
              </a:buClr>
              <a:buSzPts val="1100"/>
              <a:buNone/>
              <a:defRPr sz="1867">
                <a:solidFill>
                  <a:schemeClr val="dk1"/>
                </a:solidFill>
              </a:defRPr>
            </a:lvl6pPr>
            <a:lvl7pPr lvl="6" rtl="0">
              <a:spcBef>
                <a:spcPts val="0"/>
              </a:spcBef>
              <a:spcAft>
                <a:spcPts val="0"/>
              </a:spcAft>
              <a:buClr>
                <a:schemeClr val="dk1"/>
              </a:buClr>
              <a:buSzPts val="1100"/>
              <a:buNone/>
              <a:defRPr sz="1867">
                <a:solidFill>
                  <a:schemeClr val="dk1"/>
                </a:solidFill>
              </a:defRPr>
            </a:lvl7pPr>
            <a:lvl8pPr lvl="7" rtl="0">
              <a:spcBef>
                <a:spcPts val="0"/>
              </a:spcBef>
              <a:spcAft>
                <a:spcPts val="0"/>
              </a:spcAft>
              <a:buClr>
                <a:schemeClr val="dk1"/>
              </a:buClr>
              <a:buSzPts val="1100"/>
              <a:buNone/>
              <a:defRPr sz="1867">
                <a:solidFill>
                  <a:schemeClr val="dk1"/>
                </a:solidFill>
              </a:defRPr>
            </a:lvl8pPr>
            <a:lvl9pPr lvl="8" rtl="0">
              <a:spcBef>
                <a:spcPts val="0"/>
              </a:spcBef>
              <a:spcAft>
                <a:spcPts val="0"/>
              </a:spcAft>
              <a:buClr>
                <a:schemeClr val="dk1"/>
              </a:buClr>
              <a:buSzPts val="1100"/>
              <a:buNone/>
              <a:defRPr sz="1867">
                <a:solidFill>
                  <a:schemeClr val="dk1"/>
                </a:solidFill>
              </a:defRPr>
            </a:lvl9pPr>
          </a:lstStyle>
          <a:p>
            <a:endParaRPr/>
          </a:p>
        </p:txBody>
      </p:sp>
    </p:spTree>
    <p:extLst>
      <p:ext uri="{BB962C8B-B14F-4D97-AF65-F5344CB8AC3E}">
        <p14:creationId xmlns:p14="http://schemas.microsoft.com/office/powerpoint/2010/main" val="7176778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py and image 04">
  <p:cSld name="Copy and image 04">
    <p:bg>
      <p:bgPr>
        <a:solidFill>
          <a:schemeClr val="lt1"/>
        </a:solidFill>
        <a:effectLst/>
      </p:bgPr>
    </p:bg>
    <p:spTree>
      <p:nvGrpSpPr>
        <p:cNvPr id="1" name="Shape 129"/>
        <p:cNvGrpSpPr/>
        <p:nvPr/>
      </p:nvGrpSpPr>
      <p:grpSpPr>
        <a:xfrm>
          <a:off x="0" y="0"/>
          <a:ext cx="0" cy="0"/>
          <a:chOff x="0" y="0"/>
          <a:chExt cx="0" cy="0"/>
        </a:xfrm>
      </p:grpSpPr>
      <p:pic>
        <p:nvPicPr>
          <p:cNvPr id="130" name="Google Shape;130;p18" descr="A group of people in a room&#10;&#10;Description automatically generated"/>
          <p:cNvPicPr preferRelativeResize="0"/>
          <p:nvPr/>
        </p:nvPicPr>
        <p:blipFill rotWithShape="1">
          <a:blip r:embed="rId2">
            <a:alphaModFix/>
          </a:blip>
          <a:srcRect/>
          <a:stretch/>
        </p:blipFill>
        <p:spPr>
          <a:xfrm>
            <a:off x="7551489" y="-1213583"/>
            <a:ext cx="5822400" cy="5822400"/>
          </a:xfrm>
          <a:prstGeom prst="ellipse">
            <a:avLst/>
          </a:prstGeom>
          <a:noFill/>
          <a:ln>
            <a:noFill/>
          </a:ln>
        </p:spPr>
      </p:pic>
      <p:sp>
        <p:nvSpPr>
          <p:cNvPr id="131" name="Google Shape;131;p18"/>
          <p:cNvSpPr/>
          <p:nvPr/>
        </p:nvSpPr>
        <p:spPr>
          <a:xfrm>
            <a:off x="9309153" y="3020649"/>
            <a:ext cx="4779200" cy="4779200"/>
          </a:xfrm>
          <a:prstGeom prst="ellipse">
            <a:avLst/>
          </a:prstGeom>
          <a:noFill/>
          <a:ln w="63500" cap="flat" cmpd="sng">
            <a:solidFill>
              <a:schemeClr val="dk2"/>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dk1"/>
              </a:solidFill>
              <a:latin typeface="Calibri"/>
              <a:ea typeface="Calibri"/>
              <a:cs typeface="Calibri"/>
              <a:sym typeface="Calibri"/>
            </a:endParaRPr>
          </a:p>
        </p:txBody>
      </p:sp>
      <p:sp>
        <p:nvSpPr>
          <p:cNvPr id="132" name="Google Shape;132;p18"/>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33" name="Google Shape;133;p18"/>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34" name="Google Shape;134;p18"/>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35" name="Google Shape;135;p18"/>
          <p:cNvSpPr txBox="1">
            <a:spLocks noGrp="1"/>
          </p:cNvSpPr>
          <p:nvPr>
            <p:ph type="body" idx="3"/>
          </p:nvPr>
        </p:nvSpPr>
        <p:spPr>
          <a:xfrm>
            <a:off x="475312" y="2021305"/>
            <a:ext cx="5412000" cy="27944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263508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py and graphic 01">
  <p:cSld name="Copy and graphic 01">
    <p:bg>
      <p:bgPr>
        <a:solidFill>
          <a:schemeClr val="lt1"/>
        </a:solidFill>
        <a:effectLst/>
      </p:bgPr>
    </p:bg>
    <p:spTree>
      <p:nvGrpSpPr>
        <p:cNvPr id="1" name="Shape 136"/>
        <p:cNvGrpSpPr/>
        <p:nvPr/>
      </p:nvGrpSpPr>
      <p:grpSpPr>
        <a:xfrm>
          <a:off x="0" y="0"/>
          <a:ext cx="0" cy="0"/>
          <a:chOff x="0" y="0"/>
          <a:chExt cx="0" cy="0"/>
        </a:xfrm>
      </p:grpSpPr>
      <p:sp>
        <p:nvSpPr>
          <p:cNvPr id="137" name="Google Shape;137;p19"/>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38" name="Google Shape;138;p19"/>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39" name="Google Shape;139;p19"/>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40" name="Google Shape;140;p19"/>
          <p:cNvSpPr txBox="1">
            <a:spLocks noGrp="1"/>
          </p:cNvSpPr>
          <p:nvPr>
            <p:ph type="body" idx="3"/>
          </p:nvPr>
        </p:nvSpPr>
        <p:spPr>
          <a:xfrm>
            <a:off x="475300" y="2021300"/>
            <a:ext cx="8233600" cy="37180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200"/>
              <a:buFont typeface="Arial"/>
              <a:buNone/>
              <a:defRPr sz="1600"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grpSp>
        <p:nvGrpSpPr>
          <p:cNvPr id="141" name="Google Shape;141;p19"/>
          <p:cNvGrpSpPr/>
          <p:nvPr/>
        </p:nvGrpSpPr>
        <p:grpSpPr>
          <a:xfrm rot="4462499">
            <a:off x="7265832" y="-3126937"/>
            <a:ext cx="9327473" cy="6254052"/>
            <a:chOff x="-2190568" y="-6468307"/>
            <a:chExt cx="16557097" cy="11101500"/>
          </a:xfrm>
        </p:grpSpPr>
        <p:sp>
          <p:nvSpPr>
            <p:cNvPr id="142" name="Google Shape;142;p19"/>
            <p:cNvSpPr/>
            <p:nvPr/>
          </p:nvSpPr>
          <p:spPr>
            <a:xfrm>
              <a:off x="-2190568" y="-6468307"/>
              <a:ext cx="11206500" cy="11101500"/>
            </a:xfrm>
            <a:prstGeom prst="ellipse">
              <a:avLst/>
            </a:prstGeom>
            <a:noFill/>
            <a:ln w="63500" cap="flat" cmpd="sng">
              <a:solidFill>
                <a:schemeClr val="accent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43" name="Google Shape;143;p19"/>
            <p:cNvSpPr/>
            <p:nvPr/>
          </p:nvSpPr>
          <p:spPr>
            <a:xfrm>
              <a:off x="6807129" y="-5452267"/>
              <a:ext cx="7559400" cy="7488600"/>
            </a:xfrm>
            <a:prstGeom prst="ellipse">
              <a:avLst/>
            </a:prstGeom>
            <a:noFill/>
            <a:ln w="635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grpSp>
    </p:spTree>
    <p:extLst>
      <p:ext uri="{BB962C8B-B14F-4D97-AF65-F5344CB8AC3E}">
        <p14:creationId xmlns:p14="http://schemas.microsoft.com/office/powerpoint/2010/main" val="32860243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py and graphic 02">
  <p:cSld name="Copy and graphic 02">
    <p:bg>
      <p:bgPr>
        <a:solidFill>
          <a:schemeClr val="lt1"/>
        </a:solidFill>
        <a:effectLst/>
      </p:bgPr>
    </p:bg>
    <p:spTree>
      <p:nvGrpSpPr>
        <p:cNvPr id="1" name="Shape 144"/>
        <p:cNvGrpSpPr/>
        <p:nvPr/>
      </p:nvGrpSpPr>
      <p:grpSpPr>
        <a:xfrm>
          <a:off x="0" y="0"/>
          <a:ext cx="0" cy="0"/>
          <a:chOff x="0" y="0"/>
          <a:chExt cx="0" cy="0"/>
        </a:xfrm>
      </p:grpSpPr>
      <p:sp>
        <p:nvSpPr>
          <p:cNvPr id="145" name="Google Shape;145;p20"/>
          <p:cNvSpPr/>
          <p:nvPr/>
        </p:nvSpPr>
        <p:spPr>
          <a:xfrm>
            <a:off x="8610600" y="-215900"/>
            <a:ext cx="5232400" cy="3175200"/>
          </a:xfrm>
          <a:prstGeom prst="rect">
            <a:avLst/>
          </a:prstGeom>
          <a:noFill/>
          <a:ln w="63500" cap="flat" cmpd="sng">
            <a:solidFill>
              <a:schemeClr val="accent4"/>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46" name="Google Shape;146;p20"/>
          <p:cNvSpPr/>
          <p:nvPr/>
        </p:nvSpPr>
        <p:spPr>
          <a:xfrm>
            <a:off x="9575800" y="1841500"/>
            <a:ext cx="5232400" cy="3175200"/>
          </a:xfrm>
          <a:prstGeom prst="rect">
            <a:avLst/>
          </a:prstGeom>
          <a:noFill/>
          <a:ln w="63500" cap="flat" cmpd="sng">
            <a:solidFill>
              <a:schemeClr val="dk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47" name="Google Shape;147;p20"/>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48" name="Google Shape;148;p20"/>
          <p:cNvSpPr txBox="1">
            <a:spLocks noGrp="1"/>
          </p:cNvSpPr>
          <p:nvPr>
            <p:ph type="body" idx="1"/>
          </p:nvPr>
        </p:nvSpPr>
        <p:spPr>
          <a:xfrm>
            <a:off x="475488" y="2023872"/>
            <a:ext cx="7754800" cy="3816800"/>
          </a:xfrm>
          <a:prstGeom prst="rect">
            <a:avLst/>
          </a:prstGeom>
          <a:noFill/>
          <a:ln>
            <a:noFill/>
          </a:ln>
        </p:spPr>
        <p:txBody>
          <a:bodyPr spcFirstLastPara="1" wrap="square" lIns="68575" tIns="67500" rIns="68575" bIns="67500" anchor="t" anchorCtr="0">
            <a:noAutofit/>
          </a:bodyPr>
          <a:lstStyle>
            <a:lvl1pPr marL="609585" marR="0" lvl="0" indent="-406390" algn="l" rtl="0">
              <a:lnSpc>
                <a:spcPct val="90000"/>
              </a:lnSpc>
              <a:spcBef>
                <a:spcPts val="1067"/>
              </a:spcBef>
              <a:spcAft>
                <a:spcPts val="0"/>
              </a:spcAft>
              <a:buClr>
                <a:schemeClr val="dk1"/>
              </a:buClr>
              <a:buSzPts val="1200"/>
              <a:buFont typeface="Arial"/>
              <a:buChar char="•"/>
              <a:defRPr sz="1600"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49" name="Google Shape;149;p20"/>
          <p:cNvSpPr txBox="1">
            <a:spLocks noGrp="1"/>
          </p:cNvSpPr>
          <p:nvPr>
            <p:ph type="body" idx="2"/>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50" name="Google Shape;150;p20"/>
          <p:cNvSpPr txBox="1">
            <a:spLocks noGrp="1"/>
          </p:cNvSpPr>
          <p:nvPr>
            <p:ph type="body" idx="3"/>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37859684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lain – Two column">
  <p:cSld name="Plain – Two column">
    <p:bg>
      <p:bgPr>
        <a:solidFill>
          <a:schemeClr val="lt1"/>
        </a:solidFill>
        <a:effectLst/>
      </p:bgPr>
    </p:bg>
    <p:spTree>
      <p:nvGrpSpPr>
        <p:cNvPr id="1" name="Shape 151"/>
        <p:cNvGrpSpPr/>
        <p:nvPr/>
      </p:nvGrpSpPr>
      <p:grpSpPr>
        <a:xfrm>
          <a:off x="0" y="0"/>
          <a:ext cx="0" cy="0"/>
          <a:chOff x="0" y="0"/>
          <a:chExt cx="0" cy="0"/>
        </a:xfrm>
      </p:grpSpPr>
      <p:sp>
        <p:nvSpPr>
          <p:cNvPr id="152" name="Google Shape;152;p21"/>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53" name="Google Shape;153;p21"/>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54" name="Google Shape;154;p21"/>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55" name="Google Shape;155;p21"/>
          <p:cNvSpPr txBox="1">
            <a:spLocks noGrp="1"/>
          </p:cNvSpPr>
          <p:nvPr>
            <p:ph type="body" idx="3"/>
          </p:nvPr>
        </p:nvSpPr>
        <p:spPr>
          <a:xfrm>
            <a:off x="475300" y="2021300"/>
            <a:ext cx="5412000" cy="37180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200"/>
              <a:buFont typeface="Arial"/>
              <a:buNone/>
              <a:defRPr sz="1600"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56" name="Google Shape;156;p21"/>
          <p:cNvSpPr txBox="1">
            <a:spLocks noGrp="1"/>
          </p:cNvSpPr>
          <p:nvPr>
            <p:ph type="body" idx="4"/>
          </p:nvPr>
        </p:nvSpPr>
        <p:spPr>
          <a:xfrm>
            <a:off x="6100433" y="2021300"/>
            <a:ext cx="5412000" cy="37180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200"/>
              <a:buFont typeface="Arial"/>
              <a:buNone/>
              <a:defRPr sz="1600"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1588606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Plain – Copy heavy">
  <p:cSld name="Plain – Copy heavy">
    <p:bg>
      <p:bgPr>
        <a:solidFill>
          <a:schemeClr val="lt1"/>
        </a:solidFill>
        <a:effectLst/>
      </p:bgPr>
    </p:bg>
    <p:spTree>
      <p:nvGrpSpPr>
        <p:cNvPr id="1" name="Shape 157"/>
        <p:cNvGrpSpPr/>
        <p:nvPr/>
      </p:nvGrpSpPr>
      <p:grpSpPr>
        <a:xfrm>
          <a:off x="0" y="0"/>
          <a:ext cx="0" cy="0"/>
          <a:chOff x="0" y="0"/>
          <a:chExt cx="0" cy="0"/>
        </a:xfrm>
      </p:grpSpPr>
      <p:sp>
        <p:nvSpPr>
          <p:cNvPr id="158" name="Google Shape;158;p22"/>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59" name="Google Shape;159;p22"/>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60" name="Google Shape;160;p22"/>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61" name="Google Shape;161;p22"/>
          <p:cNvSpPr txBox="1">
            <a:spLocks noGrp="1"/>
          </p:cNvSpPr>
          <p:nvPr>
            <p:ph type="body" idx="3"/>
          </p:nvPr>
        </p:nvSpPr>
        <p:spPr>
          <a:xfrm>
            <a:off x="475300" y="2021300"/>
            <a:ext cx="8233600" cy="37180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100000"/>
              </a:lnSpc>
              <a:spcBef>
                <a:spcPts val="1067"/>
              </a:spcBef>
              <a:spcAft>
                <a:spcPts val="0"/>
              </a:spcAft>
              <a:buClr>
                <a:schemeClr val="dk1"/>
              </a:buClr>
              <a:buSzPts val="1200"/>
              <a:buFont typeface="Arial"/>
              <a:buNone/>
              <a:defRPr sz="1600"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6743667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lain – Bullet">
  <p:cSld name="Plain – Bullet">
    <p:bg>
      <p:bgPr>
        <a:solidFill>
          <a:schemeClr val="lt1"/>
        </a:solidFill>
        <a:effectLst/>
      </p:bgPr>
    </p:bg>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
        <p:nvSpPr>
          <p:cNvPr id="164" name="Google Shape;164;p23"/>
          <p:cNvSpPr txBox="1">
            <a:spLocks noGrp="1"/>
          </p:cNvSpPr>
          <p:nvPr>
            <p:ph type="body" idx="1"/>
          </p:nvPr>
        </p:nvSpPr>
        <p:spPr>
          <a:xfrm>
            <a:off x="475488" y="2023872"/>
            <a:ext cx="7754800" cy="3816800"/>
          </a:xfrm>
          <a:prstGeom prst="rect">
            <a:avLst/>
          </a:prstGeom>
          <a:noFill/>
          <a:ln>
            <a:noFill/>
          </a:ln>
        </p:spPr>
        <p:txBody>
          <a:bodyPr spcFirstLastPara="1" wrap="square" lIns="68575" tIns="67500" rIns="68575" bIns="67500" anchor="t" anchorCtr="0">
            <a:noAutofit/>
          </a:bodyPr>
          <a:lstStyle>
            <a:lvl1pPr marL="609585" marR="0" lvl="0" indent="-406390" algn="l" rtl="0">
              <a:lnSpc>
                <a:spcPct val="90000"/>
              </a:lnSpc>
              <a:spcBef>
                <a:spcPts val="1067"/>
              </a:spcBef>
              <a:spcAft>
                <a:spcPts val="0"/>
              </a:spcAft>
              <a:buClr>
                <a:schemeClr val="dk1"/>
              </a:buClr>
              <a:buSzPts val="1200"/>
              <a:buFont typeface="Arial"/>
              <a:buChar char="•"/>
              <a:defRPr sz="1600"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65" name="Google Shape;165;p23"/>
          <p:cNvSpPr txBox="1">
            <a:spLocks noGrp="1"/>
          </p:cNvSpPr>
          <p:nvPr>
            <p:ph type="body" idx="2"/>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66" name="Google Shape;166;p23"/>
          <p:cNvSpPr txBox="1">
            <a:spLocks noGrp="1"/>
          </p:cNvSpPr>
          <p:nvPr>
            <p:ph type="body" idx="3"/>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4142697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Plain – Header only">
  <p:cSld name="Plain – Header only">
    <p:bg>
      <p:bgPr>
        <a:solidFill>
          <a:schemeClr val="lt1"/>
        </a:solidFill>
        <a:effectLst/>
      </p:bgPr>
    </p:bg>
    <p:spTree>
      <p:nvGrpSpPr>
        <p:cNvPr id="1" name="Shape 167"/>
        <p:cNvGrpSpPr/>
        <p:nvPr/>
      </p:nvGrpSpPr>
      <p:grpSpPr>
        <a:xfrm>
          <a:off x="0" y="0"/>
          <a:ext cx="0" cy="0"/>
          <a:chOff x="0" y="0"/>
          <a:chExt cx="0" cy="0"/>
        </a:xfrm>
      </p:grpSpPr>
      <p:sp>
        <p:nvSpPr>
          <p:cNvPr id="168" name="Google Shape;168;p24"/>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69" name="Google Shape;169;p24"/>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70" name="Google Shape;170;p24"/>
          <p:cNvSpPr txBox="1">
            <a:spLocks noGrp="1"/>
          </p:cNvSpPr>
          <p:nvPr>
            <p:ph type="title"/>
          </p:nvPr>
        </p:nvSpPr>
        <p:spPr>
          <a:xfrm>
            <a:off x="475313" y="856261"/>
            <a:ext cx="5412000" cy="1099200"/>
          </a:xfrm>
          <a:prstGeom prst="rect">
            <a:avLst/>
          </a:prstGeom>
          <a:noFill/>
          <a:ln>
            <a:noFill/>
          </a:ln>
        </p:spPr>
        <p:txBody>
          <a:bodyPr spcFirstLastPara="1" wrap="square" lIns="68575" tIns="34275" rIns="68575" bIns="34275" anchor="t" anchorCtr="0">
            <a:normAutofit/>
          </a:bodyPr>
          <a:lstStyle>
            <a:lvl1pPr marR="0" lvl="0" algn="l" rtl="0">
              <a:lnSpc>
                <a:spcPct val="90000"/>
              </a:lnSpc>
              <a:spcBef>
                <a:spcPts val="0"/>
              </a:spcBef>
              <a:spcAft>
                <a:spcPts val="0"/>
              </a:spcAft>
              <a:buClr>
                <a:schemeClr val="dk1"/>
              </a:buClr>
              <a:buSzPts val="2700"/>
              <a:buFont typeface="Helvetica Neue"/>
              <a:buNone/>
              <a:defRPr sz="3600" b="1" i="0" u="none" strike="noStrike" cap="none">
                <a:solidFill>
                  <a:schemeClr val="dk1"/>
                </a:solidFill>
                <a:latin typeface="Helvetica Neue"/>
                <a:ea typeface="Helvetica Neue"/>
                <a:cs typeface="Helvetica Neue"/>
                <a:sym typeface="Helvetica Neue"/>
              </a:defRPr>
            </a:lvl1pPr>
            <a:lvl2pPr lvl="1" rtl="0">
              <a:spcBef>
                <a:spcPts val="0"/>
              </a:spcBef>
              <a:spcAft>
                <a:spcPts val="0"/>
              </a:spcAft>
              <a:buSzPts val="1100"/>
              <a:buNone/>
              <a:defRPr sz="1867"/>
            </a:lvl2pPr>
            <a:lvl3pPr lvl="2" rtl="0">
              <a:spcBef>
                <a:spcPts val="0"/>
              </a:spcBef>
              <a:spcAft>
                <a:spcPts val="0"/>
              </a:spcAft>
              <a:buSzPts val="1100"/>
              <a:buNone/>
              <a:defRPr sz="1867"/>
            </a:lvl3pPr>
            <a:lvl4pPr lvl="3" rtl="0">
              <a:spcBef>
                <a:spcPts val="0"/>
              </a:spcBef>
              <a:spcAft>
                <a:spcPts val="0"/>
              </a:spcAft>
              <a:buSzPts val="1100"/>
              <a:buNone/>
              <a:defRPr sz="1867"/>
            </a:lvl4pPr>
            <a:lvl5pPr lvl="4" rtl="0">
              <a:spcBef>
                <a:spcPts val="0"/>
              </a:spcBef>
              <a:spcAft>
                <a:spcPts val="0"/>
              </a:spcAft>
              <a:buSzPts val="1100"/>
              <a:buNone/>
              <a:defRPr sz="1867"/>
            </a:lvl5pPr>
            <a:lvl6pPr lvl="5" rtl="0">
              <a:spcBef>
                <a:spcPts val="0"/>
              </a:spcBef>
              <a:spcAft>
                <a:spcPts val="0"/>
              </a:spcAft>
              <a:buSzPts val="1100"/>
              <a:buNone/>
              <a:defRPr sz="1867"/>
            </a:lvl6pPr>
            <a:lvl7pPr lvl="6" rtl="0">
              <a:spcBef>
                <a:spcPts val="0"/>
              </a:spcBef>
              <a:spcAft>
                <a:spcPts val="0"/>
              </a:spcAft>
              <a:buSzPts val="1100"/>
              <a:buNone/>
              <a:defRPr sz="1867"/>
            </a:lvl7pPr>
            <a:lvl8pPr lvl="7" rtl="0">
              <a:spcBef>
                <a:spcPts val="0"/>
              </a:spcBef>
              <a:spcAft>
                <a:spcPts val="0"/>
              </a:spcAft>
              <a:buSzPts val="1100"/>
              <a:buNone/>
              <a:defRPr sz="1867"/>
            </a:lvl8pPr>
            <a:lvl9pPr lvl="8" rtl="0">
              <a:spcBef>
                <a:spcPts val="0"/>
              </a:spcBef>
              <a:spcAft>
                <a:spcPts val="0"/>
              </a:spcAft>
              <a:buSzPts val="1100"/>
              <a:buNone/>
              <a:defRPr sz="1867"/>
            </a:lvl9pPr>
          </a:lstStyle>
          <a:p>
            <a:endParaRPr/>
          </a:p>
        </p:txBody>
      </p:sp>
    </p:spTree>
    <p:extLst>
      <p:ext uri="{BB962C8B-B14F-4D97-AF65-F5344CB8AC3E}">
        <p14:creationId xmlns:p14="http://schemas.microsoft.com/office/powerpoint/2010/main" val="9153245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Plain – Empty">
  <p:cSld name="Plain – Empty">
    <p:bg>
      <p:bgPr>
        <a:solidFill>
          <a:schemeClr val="lt1"/>
        </a:solidFill>
        <a:effectLst/>
      </p:bgPr>
    </p:bg>
    <p:spTree>
      <p:nvGrpSpPr>
        <p:cNvPr id="1" name="Shape 171"/>
        <p:cNvGrpSpPr/>
        <p:nvPr/>
      </p:nvGrpSpPr>
      <p:grpSpPr>
        <a:xfrm>
          <a:off x="0" y="0"/>
          <a:ext cx="0" cy="0"/>
          <a:chOff x="0" y="0"/>
          <a:chExt cx="0" cy="0"/>
        </a:xfrm>
      </p:grpSpPr>
      <p:sp>
        <p:nvSpPr>
          <p:cNvPr id="172" name="Google Shape;172;p25"/>
          <p:cNvSpPr txBox="1">
            <a:spLocks noGrp="1"/>
          </p:cNvSpPr>
          <p:nvPr>
            <p:ph type="body" idx="1"/>
          </p:nvPr>
        </p:nvSpPr>
        <p:spPr>
          <a:xfrm>
            <a:off x="475312" y="6086007"/>
            <a:ext cx="32864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73" name="Google Shape;173;p25"/>
          <p:cNvSpPr txBox="1">
            <a:spLocks noGrp="1"/>
          </p:cNvSpPr>
          <p:nvPr>
            <p:ph type="body" idx="2"/>
          </p:nvPr>
        </p:nvSpPr>
        <p:spPr>
          <a:xfrm>
            <a:off x="4007017" y="6086007"/>
            <a:ext cx="3719200" cy="498000"/>
          </a:xfrm>
          <a:prstGeom prst="rect">
            <a:avLst/>
          </a:prstGeom>
          <a:noFill/>
          <a:ln>
            <a:noFill/>
          </a:ln>
        </p:spPr>
        <p:txBody>
          <a:bodyPr spcFirstLastPara="1" wrap="square" lIns="68575" tIns="34275" rIns="68575" bIns="34275" anchor="ctr" anchorCtr="0">
            <a:noAutofit/>
          </a:bodyPr>
          <a:lstStyle>
            <a:lvl1pPr marL="609585" marR="0" lvl="0" indent="-304792" algn="l" rtl="0">
              <a:lnSpc>
                <a:spcPct val="90000"/>
              </a:lnSpc>
              <a:spcBef>
                <a:spcPts val="1067"/>
              </a:spcBef>
              <a:spcAft>
                <a:spcPts val="0"/>
              </a:spcAft>
              <a:buClr>
                <a:schemeClr val="dk1"/>
              </a:buClr>
              <a:buSzPts val="1100"/>
              <a:buFont typeface="Arial"/>
              <a:buNone/>
              <a:defRPr sz="14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5636682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ank you">
  <p:cSld name="Thank you">
    <p:bg>
      <p:bgPr>
        <a:solidFill>
          <a:schemeClr val="lt1"/>
        </a:solidFill>
        <a:effectLst/>
      </p:bgPr>
    </p:bg>
    <p:spTree>
      <p:nvGrpSpPr>
        <p:cNvPr id="1" name="Shape 174"/>
        <p:cNvGrpSpPr/>
        <p:nvPr/>
      </p:nvGrpSpPr>
      <p:grpSpPr>
        <a:xfrm>
          <a:off x="0" y="0"/>
          <a:ext cx="0" cy="0"/>
          <a:chOff x="0" y="0"/>
          <a:chExt cx="0" cy="0"/>
        </a:xfrm>
      </p:grpSpPr>
      <p:grpSp>
        <p:nvGrpSpPr>
          <p:cNvPr id="175" name="Google Shape;175;p26"/>
          <p:cNvGrpSpPr/>
          <p:nvPr/>
        </p:nvGrpSpPr>
        <p:grpSpPr>
          <a:xfrm rot="9000035">
            <a:off x="4461808" y="-3374407"/>
            <a:ext cx="12408680" cy="10852584"/>
            <a:chOff x="-3145537" y="-4405255"/>
            <a:chExt cx="9523480" cy="8329200"/>
          </a:xfrm>
        </p:grpSpPr>
        <p:sp>
          <p:nvSpPr>
            <p:cNvPr id="176" name="Google Shape;176;p26"/>
            <p:cNvSpPr/>
            <p:nvPr/>
          </p:nvSpPr>
          <p:spPr>
            <a:xfrm rot="3939974">
              <a:off x="-2152161" y="-3367708"/>
              <a:ext cx="6313047" cy="6254105"/>
            </a:xfrm>
            <a:prstGeom prst="ellipse">
              <a:avLst/>
            </a:prstGeom>
            <a:noFill/>
            <a:ln w="63500" cap="flat" cmpd="sng">
              <a:solidFill>
                <a:schemeClr val="lt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77" name="Google Shape;177;p26"/>
            <p:cNvSpPr/>
            <p:nvPr/>
          </p:nvSpPr>
          <p:spPr>
            <a:xfrm rot="3939984">
              <a:off x="2513681" y="-2391727"/>
              <a:ext cx="3338924" cy="3307641"/>
            </a:xfrm>
            <a:prstGeom prst="ellipse">
              <a:avLst/>
            </a:prstGeom>
            <a:noFill/>
            <a:ln w="635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grpSp>
      <p:pic>
        <p:nvPicPr>
          <p:cNvPr id="178" name="Google Shape;178;p26"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179" name="Google Shape;179;p26"/>
          <p:cNvSpPr txBox="1">
            <a:spLocks noGrp="1"/>
          </p:cNvSpPr>
          <p:nvPr>
            <p:ph type="body" idx="1"/>
          </p:nvPr>
        </p:nvSpPr>
        <p:spPr>
          <a:xfrm>
            <a:off x="475297" y="3713767"/>
            <a:ext cx="5340800" cy="8004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90000"/>
              </a:lnSpc>
              <a:spcBef>
                <a:spcPts val="1067"/>
              </a:spcBef>
              <a:spcAft>
                <a:spcPts val="0"/>
              </a:spcAft>
              <a:buClr>
                <a:schemeClr val="dk1"/>
              </a:buClr>
              <a:buSzPts val="1400"/>
              <a:buFont typeface="Arial"/>
              <a:buNone/>
              <a:defRPr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
        <p:nvSpPr>
          <p:cNvPr id="180" name="Google Shape;180;p26"/>
          <p:cNvSpPr txBox="1"/>
          <p:nvPr/>
        </p:nvSpPr>
        <p:spPr>
          <a:xfrm>
            <a:off x="475312" y="2679205"/>
            <a:ext cx="4477600" cy="1024800"/>
          </a:xfrm>
          <a:prstGeom prst="rect">
            <a:avLst/>
          </a:prstGeom>
          <a:noFill/>
          <a:ln>
            <a:noFill/>
          </a:ln>
        </p:spPr>
        <p:txBody>
          <a:bodyPr spcFirstLastPara="1" wrap="square" lIns="91433" tIns="45700" rIns="91433" bIns="45700" anchor="t" anchorCtr="0">
            <a:noAutofit/>
          </a:bodyPr>
          <a:lstStyle/>
          <a:p>
            <a:pPr marL="0" lvl="0" indent="0" algn="l" rtl="0">
              <a:lnSpc>
                <a:spcPct val="70000"/>
              </a:lnSpc>
              <a:spcBef>
                <a:spcPts val="0"/>
              </a:spcBef>
              <a:spcAft>
                <a:spcPts val="0"/>
              </a:spcAft>
              <a:buNone/>
            </a:pPr>
            <a:r>
              <a:rPr lang="en" sz="6667" b="1">
                <a:solidFill>
                  <a:srgbClr val="E91E63"/>
                </a:solidFill>
                <a:latin typeface="Helvetica Neue"/>
                <a:ea typeface="Helvetica Neue"/>
                <a:cs typeface="Helvetica Neue"/>
                <a:sym typeface="Helvetica Neue"/>
              </a:rPr>
              <a:t>thank you</a:t>
            </a:r>
            <a:endParaRPr sz="6667" b="1">
              <a:solidFill>
                <a:srgbClr val="E91E63"/>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162125516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lt1"/>
        </a:solidFill>
        <a:effectLst/>
      </p:bgPr>
    </p:bg>
    <p:spTree>
      <p:nvGrpSpPr>
        <p:cNvPr id="1" name="Shape 181"/>
        <p:cNvGrpSpPr/>
        <p:nvPr/>
      </p:nvGrpSpPr>
      <p:grpSpPr>
        <a:xfrm>
          <a:off x="0" y="0"/>
          <a:ext cx="0" cy="0"/>
          <a:chOff x="0" y="0"/>
          <a:chExt cx="0" cy="0"/>
        </a:xfrm>
      </p:grpSpPr>
      <p:grpSp>
        <p:nvGrpSpPr>
          <p:cNvPr id="182" name="Google Shape;182;p27"/>
          <p:cNvGrpSpPr/>
          <p:nvPr/>
        </p:nvGrpSpPr>
        <p:grpSpPr>
          <a:xfrm rot="9000035">
            <a:off x="4461808" y="-3374407"/>
            <a:ext cx="12408680" cy="10852584"/>
            <a:chOff x="-3145537" y="-4405255"/>
            <a:chExt cx="9523480" cy="8329200"/>
          </a:xfrm>
        </p:grpSpPr>
        <p:sp>
          <p:nvSpPr>
            <p:cNvPr id="183" name="Google Shape;183;p27"/>
            <p:cNvSpPr/>
            <p:nvPr/>
          </p:nvSpPr>
          <p:spPr>
            <a:xfrm rot="3939974">
              <a:off x="-2152161" y="-3367708"/>
              <a:ext cx="6313047" cy="6254105"/>
            </a:xfrm>
            <a:prstGeom prst="ellipse">
              <a:avLst/>
            </a:prstGeom>
            <a:noFill/>
            <a:ln w="63500" cap="flat" cmpd="sng">
              <a:solidFill>
                <a:schemeClr val="accent5"/>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84" name="Google Shape;184;p27"/>
            <p:cNvSpPr/>
            <p:nvPr/>
          </p:nvSpPr>
          <p:spPr>
            <a:xfrm rot="3939984">
              <a:off x="2513681" y="-2391727"/>
              <a:ext cx="3338924" cy="3307641"/>
            </a:xfrm>
            <a:prstGeom prst="ellipse">
              <a:avLst/>
            </a:prstGeom>
            <a:noFill/>
            <a:ln w="635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grpSp>
      <p:pic>
        <p:nvPicPr>
          <p:cNvPr id="185" name="Google Shape;185;p27"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186" name="Google Shape;186;p27"/>
          <p:cNvSpPr txBox="1"/>
          <p:nvPr/>
        </p:nvSpPr>
        <p:spPr>
          <a:xfrm>
            <a:off x="475312" y="2679205"/>
            <a:ext cx="4477600" cy="1024800"/>
          </a:xfrm>
          <a:prstGeom prst="rect">
            <a:avLst/>
          </a:prstGeom>
          <a:noFill/>
          <a:ln>
            <a:noFill/>
          </a:ln>
        </p:spPr>
        <p:txBody>
          <a:bodyPr spcFirstLastPara="1" wrap="square" lIns="91433" tIns="45700" rIns="91433" bIns="45700" anchor="t" anchorCtr="0">
            <a:noAutofit/>
          </a:bodyPr>
          <a:lstStyle/>
          <a:p>
            <a:pPr marL="0" lvl="0" indent="0" algn="l" rtl="0">
              <a:lnSpc>
                <a:spcPct val="70000"/>
              </a:lnSpc>
              <a:spcBef>
                <a:spcPts val="0"/>
              </a:spcBef>
              <a:spcAft>
                <a:spcPts val="0"/>
              </a:spcAft>
              <a:buNone/>
            </a:pPr>
            <a:r>
              <a:rPr lang="en" sz="6667" b="1">
                <a:solidFill>
                  <a:schemeClr val="accent5"/>
                </a:solidFill>
                <a:latin typeface="Helvetica Neue"/>
                <a:ea typeface="Helvetica Neue"/>
                <a:cs typeface="Helvetica Neue"/>
                <a:sym typeface="Helvetica Neue"/>
              </a:rPr>
              <a:t>thanks!</a:t>
            </a:r>
            <a:endParaRPr sz="6667" b="1">
              <a:solidFill>
                <a:schemeClr val="accent5"/>
              </a:solidFill>
              <a:latin typeface="Helvetica Neue"/>
              <a:ea typeface="Helvetica Neue"/>
              <a:cs typeface="Helvetica Neue"/>
              <a:sym typeface="Helvetica Neue"/>
            </a:endParaRPr>
          </a:p>
        </p:txBody>
      </p:sp>
      <p:sp>
        <p:nvSpPr>
          <p:cNvPr id="187" name="Google Shape;187;p27"/>
          <p:cNvSpPr txBox="1">
            <a:spLocks noGrp="1"/>
          </p:cNvSpPr>
          <p:nvPr>
            <p:ph type="body" idx="1"/>
          </p:nvPr>
        </p:nvSpPr>
        <p:spPr>
          <a:xfrm>
            <a:off x="475297" y="3713767"/>
            <a:ext cx="5340800" cy="8004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90000"/>
              </a:lnSpc>
              <a:spcBef>
                <a:spcPts val="1067"/>
              </a:spcBef>
              <a:spcAft>
                <a:spcPts val="0"/>
              </a:spcAft>
              <a:buClr>
                <a:schemeClr val="dk1"/>
              </a:buClr>
              <a:buSzPts val="1400"/>
              <a:buFont typeface="Arial"/>
              <a:buNone/>
              <a:defRPr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71713340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Questions?">
  <p:cSld name="Questions?">
    <p:bg>
      <p:bgPr>
        <a:solidFill>
          <a:schemeClr val="lt1"/>
        </a:solidFill>
        <a:effectLst/>
      </p:bgPr>
    </p:bg>
    <p:spTree>
      <p:nvGrpSpPr>
        <p:cNvPr id="1" name="Shape 188"/>
        <p:cNvGrpSpPr/>
        <p:nvPr/>
      </p:nvGrpSpPr>
      <p:grpSpPr>
        <a:xfrm>
          <a:off x="0" y="0"/>
          <a:ext cx="0" cy="0"/>
          <a:chOff x="0" y="0"/>
          <a:chExt cx="0" cy="0"/>
        </a:xfrm>
      </p:grpSpPr>
      <p:grpSp>
        <p:nvGrpSpPr>
          <p:cNvPr id="189" name="Google Shape;189;p28"/>
          <p:cNvGrpSpPr/>
          <p:nvPr/>
        </p:nvGrpSpPr>
        <p:grpSpPr>
          <a:xfrm rot="9000035">
            <a:off x="4461808" y="-3374407"/>
            <a:ext cx="12408680" cy="10852584"/>
            <a:chOff x="-3145537" y="-4405255"/>
            <a:chExt cx="9523480" cy="8329200"/>
          </a:xfrm>
        </p:grpSpPr>
        <p:sp>
          <p:nvSpPr>
            <p:cNvPr id="190" name="Google Shape;190;p28"/>
            <p:cNvSpPr/>
            <p:nvPr/>
          </p:nvSpPr>
          <p:spPr>
            <a:xfrm rot="3939974">
              <a:off x="-2152161" y="-3367708"/>
              <a:ext cx="6313047" cy="6254105"/>
            </a:xfrm>
            <a:prstGeom prst="ellipse">
              <a:avLst/>
            </a:prstGeom>
            <a:noFill/>
            <a:ln w="63500" cap="flat" cmpd="sng">
              <a:solidFill>
                <a:schemeClr val="dk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sp>
          <p:nvSpPr>
            <p:cNvPr id="191" name="Google Shape;191;p28"/>
            <p:cNvSpPr/>
            <p:nvPr/>
          </p:nvSpPr>
          <p:spPr>
            <a:xfrm rot="3939984">
              <a:off x="2513681" y="-2391727"/>
              <a:ext cx="3338924" cy="3307641"/>
            </a:xfrm>
            <a:prstGeom prst="ellipse">
              <a:avLst/>
            </a:prstGeom>
            <a:noFill/>
            <a:ln w="635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867" b="0" i="0" u="none" strike="noStrike" cap="none">
                <a:solidFill>
                  <a:schemeClr val="lt1"/>
                </a:solidFill>
                <a:latin typeface="Calibri"/>
                <a:ea typeface="Calibri"/>
                <a:cs typeface="Calibri"/>
                <a:sym typeface="Calibri"/>
              </a:endParaRPr>
            </a:p>
          </p:txBody>
        </p:sp>
      </p:grpSp>
      <p:pic>
        <p:nvPicPr>
          <p:cNvPr id="192" name="Google Shape;192;p28" descr="A picture containing text&#10;&#10;Description automatically generated"/>
          <p:cNvPicPr preferRelativeResize="0"/>
          <p:nvPr/>
        </p:nvPicPr>
        <p:blipFill rotWithShape="1">
          <a:blip r:embed="rId2">
            <a:alphaModFix/>
          </a:blip>
          <a:srcRect/>
          <a:stretch/>
        </p:blipFill>
        <p:spPr>
          <a:xfrm>
            <a:off x="409162" y="380843"/>
            <a:ext cx="2683316" cy="843328"/>
          </a:xfrm>
          <a:prstGeom prst="rect">
            <a:avLst/>
          </a:prstGeom>
          <a:noFill/>
          <a:ln>
            <a:noFill/>
          </a:ln>
        </p:spPr>
      </p:pic>
      <p:sp>
        <p:nvSpPr>
          <p:cNvPr id="193" name="Google Shape;193;p28"/>
          <p:cNvSpPr txBox="1"/>
          <p:nvPr/>
        </p:nvSpPr>
        <p:spPr>
          <a:xfrm>
            <a:off x="475301" y="2679200"/>
            <a:ext cx="7020800" cy="1024800"/>
          </a:xfrm>
          <a:prstGeom prst="rect">
            <a:avLst/>
          </a:prstGeom>
          <a:noFill/>
          <a:ln>
            <a:noFill/>
          </a:ln>
        </p:spPr>
        <p:txBody>
          <a:bodyPr spcFirstLastPara="1" wrap="square" lIns="91433" tIns="45700" rIns="91433" bIns="45700" anchor="t" anchorCtr="0">
            <a:noAutofit/>
          </a:bodyPr>
          <a:lstStyle/>
          <a:p>
            <a:pPr marL="0" lvl="0" indent="0" algn="l" rtl="0">
              <a:lnSpc>
                <a:spcPct val="70000"/>
              </a:lnSpc>
              <a:spcBef>
                <a:spcPts val="0"/>
              </a:spcBef>
              <a:spcAft>
                <a:spcPts val="0"/>
              </a:spcAft>
              <a:buNone/>
            </a:pPr>
            <a:r>
              <a:rPr lang="en" sz="6667" b="1">
                <a:solidFill>
                  <a:schemeClr val="dk2"/>
                </a:solidFill>
                <a:latin typeface="Helvetica Neue"/>
                <a:ea typeface="Helvetica Neue"/>
                <a:cs typeface="Helvetica Neue"/>
                <a:sym typeface="Helvetica Neue"/>
              </a:rPr>
              <a:t>questions?</a:t>
            </a:r>
            <a:endParaRPr sz="6667" b="1">
              <a:solidFill>
                <a:schemeClr val="accent5"/>
              </a:solidFill>
              <a:latin typeface="Helvetica Neue"/>
              <a:ea typeface="Helvetica Neue"/>
              <a:cs typeface="Helvetica Neue"/>
              <a:sym typeface="Helvetica Neue"/>
            </a:endParaRPr>
          </a:p>
        </p:txBody>
      </p:sp>
      <p:sp>
        <p:nvSpPr>
          <p:cNvPr id="194" name="Google Shape;194;p28"/>
          <p:cNvSpPr txBox="1">
            <a:spLocks noGrp="1"/>
          </p:cNvSpPr>
          <p:nvPr>
            <p:ph type="body" idx="1"/>
          </p:nvPr>
        </p:nvSpPr>
        <p:spPr>
          <a:xfrm>
            <a:off x="475297" y="3713767"/>
            <a:ext cx="5340800" cy="800400"/>
          </a:xfrm>
          <a:prstGeom prst="rect">
            <a:avLst/>
          </a:prstGeom>
          <a:noFill/>
          <a:ln>
            <a:noFill/>
          </a:ln>
        </p:spPr>
        <p:txBody>
          <a:bodyPr spcFirstLastPara="1" wrap="square" lIns="68575" tIns="67500" rIns="68575" bIns="67500" anchor="t" anchorCtr="0">
            <a:noAutofit/>
          </a:bodyPr>
          <a:lstStyle>
            <a:lvl1pPr marL="609585" marR="0" lvl="0" indent="-304792" algn="l" rtl="0">
              <a:lnSpc>
                <a:spcPct val="90000"/>
              </a:lnSpc>
              <a:spcBef>
                <a:spcPts val="1067"/>
              </a:spcBef>
              <a:spcAft>
                <a:spcPts val="0"/>
              </a:spcAft>
              <a:buClr>
                <a:schemeClr val="dk1"/>
              </a:buClr>
              <a:buSzPts val="1400"/>
              <a:buFont typeface="Arial"/>
              <a:buNone/>
              <a:defRPr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977154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BC6BD1-57BF-FDF8-136A-A895F83905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BB43400-4747-8297-934F-44D2B11184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B616686-3346-D5E7-3897-75462C64C7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7E52B0-E571-3C4F-AE75-DD5176DC0405}" type="datetimeFigureOut">
              <a:rPr lang="en-US" smtClean="0"/>
              <a:t>7/23/25</a:t>
            </a:fld>
            <a:endParaRPr lang="en-US"/>
          </a:p>
        </p:txBody>
      </p:sp>
      <p:sp>
        <p:nvSpPr>
          <p:cNvPr id="5" name="Footer Placeholder 4">
            <a:extLst>
              <a:ext uri="{FF2B5EF4-FFF2-40B4-BE49-F238E27FC236}">
                <a16:creationId xmlns:a16="http://schemas.microsoft.com/office/drawing/2014/main" id="{BCE3B86A-C72A-A4E7-CD04-67359A0C881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0CCCAD-FD09-34AE-3BB9-A4084374D4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7A1E63-51B1-944C-9F6F-7F5358FAB984}" type="slidenum">
              <a:rPr lang="en-US" smtClean="0"/>
              <a:t>‹#›</a:t>
            </a:fld>
            <a:endParaRPr lang="en-US"/>
          </a:p>
        </p:txBody>
      </p:sp>
    </p:spTree>
    <p:extLst>
      <p:ext uri="{BB962C8B-B14F-4D97-AF65-F5344CB8AC3E}">
        <p14:creationId xmlns:p14="http://schemas.microsoft.com/office/powerpoint/2010/main" val="32298386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Tree>
    <p:extLst>
      <p:ext uri="{BB962C8B-B14F-4D97-AF65-F5344CB8AC3E}">
        <p14:creationId xmlns:p14="http://schemas.microsoft.com/office/powerpoint/2010/main" val="3757948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tide.nki.nl/" TargetMode="External"/><Relationship Id="rId2" Type="http://schemas.openxmlformats.org/officeDocument/2006/relationships/hyperlink" Target="https://ice.editco.bio/#/" TargetMode="External"/><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4"/>
          <p:cNvSpPr txBox="1">
            <a:spLocks noGrp="1"/>
          </p:cNvSpPr>
          <p:nvPr>
            <p:ph type="title"/>
          </p:nvPr>
        </p:nvSpPr>
        <p:spPr>
          <a:xfrm>
            <a:off x="475300" y="2103431"/>
            <a:ext cx="6080800" cy="2225200"/>
          </a:xfrm>
          <a:prstGeom prst="rect">
            <a:avLst/>
          </a:prstGeom>
        </p:spPr>
        <p:txBody>
          <a:bodyPr spcFirstLastPara="1" wrap="square" lIns="91433" tIns="45700" rIns="91433" bIns="45700" anchor="t" anchorCtr="0">
            <a:normAutofit/>
          </a:bodyPr>
          <a:lstStyle/>
          <a:p>
            <a:r>
              <a:rPr lang="en"/>
              <a:t>connecting people with science</a:t>
            </a:r>
            <a:endParaRPr/>
          </a:p>
        </p:txBody>
      </p:sp>
      <p:sp>
        <p:nvSpPr>
          <p:cNvPr id="8" name="Google Shape;235;p34">
            <a:extLst>
              <a:ext uri="{FF2B5EF4-FFF2-40B4-BE49-F238E27FC236}">
                <a16:creationId xmlns:a16="http://schemas.microsoft.com/office/drawing/2014/main" id="{62180C70-9A8C-FFEE-C970-78B39D8C76BC}"/>
              </a:ext>
            </a:extLst>
          </p:cNvPr>
          <p:cNvSpPr txBox="1">
            <a:spLocks noGrp="1"/>
          </p:cNvSpPr>
          <p:nvPr>
            <p:ph type="body" idx="1"/>
          </p:nvPr>
        </p:nvSpPr>
        <p:spPr>
          <a:xfrm>
            <a:off x="475300" y="4112503"/>
            <a:ext cx="6080800" cy="542800"/>
          </a:xfrm>
          <a:prstGeom prst="rect">
            <a:avLst/>
          </a:prstGeom>
        </p:spPr>
        <p:txBody>
          <a:bodyPr spcFirstLastPara="1" wrap="square" lIns="91433" tIns="90000" rIns="91433" bIns="90000" anchor="t" anchorCtr="0">
            <a:noAutofit/>
          </a:bodyPr>
          <a:lstStyle/>
          <a:p>
            <a:pPr marL="0" indent="0">
              <a:buClr>
                <a:schemeClr val="dk1"/>
              </a:buClr>
              <a:buSzPts val="1100"/>
            </a:pPr>
            <a:r>
              <a:rPr lang="en-US" sz="4000" dirty="0">
                <a:latin typeface="Dubai" panose="020B0503030403030204" pitchFamily="34" charset="-78"/>
                <a:cs typeface="Dubai" panose="020B0503030403030204" pitchFamily="34" charset="-78"/>
              </a:rPr>
              <a:t>CRISPR Informatics Course</a:t>
            </a:r>
            <a:endParaRPr sz="3600" dirty="0"/>
          </a:p>
        </p:txBody>
      </p:sp>
      <p:sp>
        <p:nvSpPr>
          <p:cNvPr id="9" name="Google Shape;237;p34">
            <a:extLst>
              <a:ext uri="{FF2B5EF4-FFF2-40B4-BE49-F238E27FC236}">
                <a16:creationId xmlns:a16="http://schemas.microsoft.com/office/drawing/2014/main" id="{2726E6C7-7883-E9FE-D29C-AA6E3E9C7936}"/>
              </a:ext>
            </a:extLst>
          </p:cNvPr>
          <p:cNvSpPr txBox="1">
            <a:spLocks/>
          </p:cNvSpPr>
          <p:nvPr/>
        </p:nvSpPr>
        <p:spPr>
          <a:xfrm>
            <a:off x="432845" y="5430942"/>
            <a:ext cx="6080800" cy="542800"/>
          </a:xfrm>
          <a:prstGeom prst="rect">
            <a:avLst/>
          </a:prstGeom>
          <a:noFill/>
          <a:ln>
            <a:noFill/>
          </a:ln>
        </p:spPr>
        <p:txBody>
          <a:bodyPr spcFirstLastPara="1" wrap="square" lIns="91433" tIns="90000" rIns="91433" bIns="90000" anchor="t" anchorCtr="0">
            <a:noAutofit/>
          </a:bodyPr>
          <a:lstStyle>
            <a:defPPr marR="0" lvl="0" algn="l" rtl="0">
              <a:lnSpc>
                <a:spcPct val="100000"/>
              </a:lnSpc>
              <a:spcBef>
                <a:spcPts val="0"/>
              </a:spcBef>
              <a:spcAft>
                <a:spcPts val="0"/>
              </a:spcAft>
            </a:defPPr>
            <a:lvl1pPr marL="609585" marR="0" lvl="0" indent="-304792" algn="l" rtl="0">
              <a:lnSpc>
                <a:spcPct val="40000"/>
              </a:lnSpc>
              <a:spcBef>
                <a:spcPts val="1067"/>
              </a:spcBef>
              <a:spcAft>
                <a:spcPts val="0"/>
              </a:spcAft>
              <a:buClr>
                <a:schemeClr val="lt1"/>
              </a:buClr>
              <a:buSzPts val="1100"/>
              <a:buFont typeface="Arial"/>
              <a:buNone/>
              <a:defRPr sz="1467" b="0"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pPr marL="0" indent="0"/>
            <a:r>
              <a:rPr lang="en-GB" sz="2800" kern="0" dirty="0">
                <a:latin typeface="Dubai" panose="020B0503030403030204" pitchFamily="34" charset="-78"/>
                <a:cs typeface="Dubai" panose="020B0503030403030204" pitchFamily="34" charset="-78"/>
              </a:rPr>
              <a:t>28-Jul-2025 to 01-Aug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0C802EA1-0D89-F74A-BE74-293ACED8B75F}"/>
            </a:ext>
          </a:extLst>
        </p:cNvPr>
        <p:cNvGrpSpPr/>
        <p:nvPr/>
      </p:nvGrpSpPr>
      <p:grpSpPr>
        <a:xfrm>
          <a:off x="0" y="0"/>
          <a:ext cx="0" cy="0"/>
          <a:chOff x="0" y="0"/>
          <a:chExt cx="0" cy="0"/>
        </a:xfrm>
      </p:grpSpPr>
      <p:sp>
        <p:nvSpPr>
          <p:cNvPr id="235" name="Google Shape;235;p34">
            <a:extLst>
              <a:ext uri="{FF2B5EF4-FFF2-40B4-BE49-F238E27FC236}">
                <a16:creationId xmlns:a16="http://schemas.microsoft.com/office/drawing/2014/main" id="{5F1DBEB3-6B75-5AFB-B3A0-A0666263973D}"/>
              </a:ext>
            </a:extLst>
          </p:cNvPr>
          <p:cNvSpPr txBox="1">
            <a:spLocks noGrp="1"/>
          </p:cNvSpPr>
          <p:nvPr>
            <p:ph type="body" idx="1"/>
          </p:nvPr>
        </p:nvSpPr>
        <p:spPr>
          <a:xfrm>
            <a:off x="1260159" y="1788489"/>
            <a:ext cx="6080800" cy="542800"/>
          </a:xfrm>
          <a:prstGeom prst="rect">
            <a:avLst/>
          </a:prstGeom>
        </p:spPr>
        <p:txBody>
          <a:bodyPr spcFirstLastPara="1" wrap="square" lIns="91433" tIns="90000" rIns="91433" bIns="90000" anchor="t" anchorCtr="0">
            <a:noAutofit/>
          </a:bodyPr>
          <a:lstStyle/>
          <a:p>
            <a:pPr marL="0" indent="0">
              <a:buClr>
                <a:schemeClr val="dk1"/>
              </a:buClr>
              <a:buSzPts val="1100"/>
            </a:pPr>
            <a:r>
              <a:rPr lang="en-US" sz="4000" dirty="0">
                <a:latin typeface="Dubai" panose="020B0503030403030204" pitchFamily="34" charset="-78"/>
                <a:cs typeface="Dubai" panose="020B0503030403030204" pitchFamily="34" charset="-78"/>
              </a:rPr>
              <a:t>CRISPR Informatics Course</a:t>
            </a:r>
            <a:endParaRPr sz="3600" dirty="0"/>
          </a:p>
        </p:txBody>
      </p:sp>
      <p:sp>
        <p:nvSpPr>
          <p:cNvPr id="236" name="Google Shape;236;p34">
            <a:extLst>
              <a:ext uri="{FF2B5EF4-FFF2-40B4-BE49-F238E27FC236}">
                <a16:creationId xmlns:a16="http://schemas.microsoft.com/office/drawing/2014/main" id="{1FDB6265-52B7-6858-E3E5-7CE3F484F932}"/>
              </a:ext>
            </a:extLst>
          </p:cNvPr>
          <p:cNvSpPr txBox="1">
            <a:spLocks noGrp="1"/>
          </p:cNvSpPr>
          <p:nvPr>
            <p:ph type="body" idx="2"/>
          </p:nvPr>
        </p:nvSpPr>
        <p:spPr>
          <a:xfrm>
            <a:off x="0" y="2801831"/>
            <a:ext cx="10960869" cy="2104570"/>
          </a:xfrm>
          <a:prstGeom prst="rect">
            <a:avLst/>
          </a:prstGeom>
        </p:spPr>
        <p:txBody>
          <a:bodyPr spcFirstLastPara="1" wrap="square" lIns="91433" tIns="90000" rIns="91433" bIns="90000" anchor="t" anchorCtr="0">
            <a:noAutofit/>
          </a:bodyPr>
          <a:lstStyle/>
          <a:p>
            <a:r>
              <a:rPr lang="en-US" sz="3200" dirty="0">
                <a:latin typeface="Dubai" panose="020B0503030403030204" pitchFamily="34" charset="-78"/>
                <a:cs typeface="Dubai" panose="020B0503030403030204" pitchFamily="34" charset="-78"/>
              </a:rPr>
              <a:t>Determining Indels generated by CRISPR-Cas9 </a:t>
            </a:r>
          </a:p>
          <a:p>
            <a:endParaRPr lang="en-US" sz="3200" dirty="0">
              <a:latin typeface="Dubai" panose="020B0503030403030204" pitchFamily="34" charset="-78"/>
              <a:cs typeface="Dubai" panose="020B0503030403030204" pitchFamily="34" charset="-78"/>
            </a:endParaRPr>
          </a:p>
          <a:p>
            <a:r>
              <a:rPr lang="en-US" sz="3200" dirty="0">
                <a:latin typeface="Dubai" panose="020B0503030403030204" pitchFamily="34" charset="-78"/>
                <a:cs typeface="Dubai" panose="020B0503030403030204" pitchFamily="34" charset="-78"/>
              </a:rPr>
              <a:t>				and </a:t>
            </a:r>
          </a:p>
          <a:p>
            <a:endParaRPr lang="en-US" sz="3200" dirty="0">
              <a:latin typeface="Dubai" panose="020B0503030403030204" pitchFamily="34" charset="-78"/>
              <a:cs typeface="Dubai" panose="020B0503030403030204" pitchFamily="34" charset="-78"/>
            </a:endParaRPr>
          </a:p>
          <a:p>
            <a:r>
              <a:rPr lang="en-US" sz="3200" dirty="0">
                <a:latin typeface="Dubai" panose="020B0503030403030204" pitchFamily="34" charset="-78"/>
                <a:cs typeface="Dubai" panose="020B0503030403030204" pitchFamily="34" charset="-78"/>
              </a:rPr>
              <a:t>Validation of knock-out / knock-ins</a:t>
            </a:r>
          </a:p>
        </p:txBody>
      </p:sp>
      <p:sp>
        <p:nvSpPr>
          <p:cNvPr id="237" name="Google Shape;237;p34">
            <a:extLst>
              <a:ext uri="{FF2B5EF4-FFF2-40B4-BE49-F238E27FC236}">
                <a16:creationId xmlns:a16="http://schemas.microsoft.com/office/drawing/2014/main" id="{5ED2DDFB-86AA-98C4-BBD6-340E926D833B}"/>
              </a:ext>
            </a:extLst>
          </p:cNvPr>
          <p:cNvSpPr txBox="1">
            <a:spLocks noGrp="1"/>
          </p:cNvSpPr>
          <p:nvPr>
            <p:ph type="body" idx="3"/>
          </p:nvPr>
        </p:nvSpPr>
        <p:spPr>
          <a:xfrm>
            <a:off x="432845" y="5974369"/>
            <a:ext cx="6080800" cy="542800"/>
          </a:xfrm>
          <a:prstGeom prst="rect">
            <a:avLst/>
          </a:prstGeom>
        </p:spPr>
        <p:txBody>
          <a:bodyPr spcFirstLastPara="1" wrap="square" lIns="91433" tIns="90000" rIns="91433" bIns="90000" anchor="t" anchorCtr="0">
            <a:noAutofit/>
          </a:bodyPr>
          <a:lstStyle/>
          <a:p>
            <a:pPr marL="0" indent="0"/>
            <a:r>
              <a:rPr lang="en" sz="2000" dirty="0">
                <a:latin typeface="Dubai" panose="020B0503030403030204" pitchFamily="34" charset="-78"/>
                <a:cs typeface="Dubai" panose="020B0503030403030204" pitchFamily="34" charset="-78"/>
              </a:rPr>
              <a:t>30-Jul-2025</a:t>
            </a:r>
            <a:endParaRPr sz="2000" dirty="0">
              <a:latin typeface="Dubai" panose="020B0503030403030204" pitchFamily="34" charset="-78"/>
              <a:cs typeface="Dubai" panose="020B0503030403030204" pitchFamily="34" charset="-78"/>
            </a:endParaRPr>
          </a:p>
        </p:txBody>
      </p:sp>
      <p:sp>
        <p:nvSpPr>
          <p:cNvPr id="4" name="Google Shape;237;p34">
            <a:extLst>
              <a:ext uri="{FF2B5EF4-FFF2-40B4-BE49-F238E27FC236}">
                <a16:creationId xmlns:a16="http://schemas.microsoft.com/office/drawing/2014/main" id="{5A930CD2-DD30-692E-C0D7-C37550351DB7}"/>
              </a:ext>
            </a:extLst>
          </p:cNvPr>
          <p:cNvSpPr txBox="1">
            <a:spLocks/>
          </p:cNvSpPr>
          <p:nvPr/>
        </p:nvSpPr>
        <p:spPr>
          <a:xfrm>
            <a:off x="432845" y="5304685"/>
            <a:ext cx="6080800" cy="542800"/>
          </a:xfrm>
          <a:prstGeom prst="rect">
            <a:avLst/>
          </a:prstGeom>
          <a:noFill/>
          <a:ln>
            <a:noFill/>
          </a:ln>
        </p:spPr>
        <p:txBody>
          <a:bodyPr spcFirstLastPara="1" wrap="square" lIns="91433" tIns="90000" rIns="91433" bIns="90000" anchor="t" anchorCtr="0">
            <a:noAutofit/>
          </a:bodyPr>
          <a:lstStyle>
            <a:defPPr marR="0" lvl="0" algn="l" rtl="0">
              <a:lnSpc>
                <a:spcPct val="100000"/>
              </a:lnSpc>
              <a:spcBef>
                <a:spcPts val="0"/>
              </a:spcBef>
              <a:spcAft>
                <a:spcPts val="0"/>
              </a:spcAft>
            </a:defPPr>
            <a:lvl1pPr marL="609585" marR="0" lvl="0" indent="-304792" algn="l" rtl="0">
              <a:lnSpc>
                <a:spcPct val="40000"/>
              </a:lnSpc>
              <a:spcBef>
                <a:spcPts val="1067"/>
              </a:spcBef>
              <a:spcAft>
                <a:spcPts val="0"/>
              </a:spcAft>
              <a:buClr>
                <a:schemeClr val="lt1"/>
              </a:buClr>
              <a:buSzPts val="1100"/>
              <a:buFont typeface="Arial"/>
              <a:buNone/>
              <a:defRPr sz="1467" b="0" i="0" u="none" strike="noStrike" cap="none">
                <a:solidFill>
                  <a:schemeClr val="lt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pPr marL="0" indent="0"/>
            <a:r>
              <a:rPr lang="en-GB" sz="2400" kern="0" dirty="0">
                <a:latin typeface="Dubai" panose="020B0503030403030204" pitchFamily="34" charset="-78"/>
                <a:cs typeface="Dubai" panose="020B0503030403030204" pitchFamily="34" charset="-78"/>
              </a:rPr>
              <a:t>Sandeep Rajan , Technical Specialist</a:t>
            </a:r>
          </a:p>
        </p:txBody>
      </p:sp>
    </p:spTree>
    <p:extLst>
      <p:ext uri="{BB962C8B-B14F-4D97-AF65-F5344CB8AC3E}">
        <p14:creationId xmlns:p14="http://schemas.microsoft.com/office/powerpoint/2010/main" val="1237941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CFAB2-5696-DDA8-8B81-3DC93A0E4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DAE9F6-A24B-1D10-9EAA-1A898A7C22F7}"/>
              </a:ext>
            </a:extLst>
          </p:cNvPr>
          <p:cNvSpPr>
            <a:spLocks noGrp="1"/>
          </p:cNvSpPr>
          <p:nvPr>
            <p:ph type="ctrTitle"/>
          </p:nvPr>
        </p:nvSpPr>
        <p:spPr>
          <a:xfrm>
            <a:off x="1023938" y="192104"/>
            <a:ext cx="10477500" cy="892175"/>
          </a:xfrm>
        </p:spPr>
        <p:txBody>
          <a:bodyPr>
            <a:normAutofit/>
          </a:bodyPr>
          <a:lstStyle/>
          <a:p>
            <a:pPr algn="l"/>
            <a:r>
              <a:rPr lang="en-US" sz="2800" dirty="0">
                <a:latin typeface="Dubai" panose="020B0503030403030204" pitchFamily="34" charset="-78"/>
                <a:cs typeface="Dubai" panose="020B0503030403030204" pitchFamily="34" charset="-78"/>
              </a:rPr>
              <a:t>What to expect in this session</a:t>
            </a:r>
          </a:p>
        </p:txBody>
      </p:sp>
      <p:sp>
        <p:nvSpPr>
          <p:cNvPr id="4" name="Rounded Rectangle 3">
            <a:extLst>
              <a:ext uri="{FF2B5EF4-FFF2-40B4-BE49-F238E27FC236}">
                <a16:creationId xmlns:a16="http://schemas.microsoft.com/office/drawing/2014/main" id="{7F979641-D4F4-2E83-C31B-3CB459214B30}"/>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8A540234-6DE4-ED43-C08A-1347BAF6895B}"/>
              </a:ext>
            </a:extLst>
          </p:cNvPr>
          <p:cNvSpPr txBox="1">
            <a:spLocks/>
          </p:cNvSpPr>
          <p:nvPr/>
        </p:nvSpPr>
        <p:spPr>
          <a:xfrm>
            <a:off x="1023938" y="1345536"/>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The session will cover the following :</a:t>
            </a:r>
          </a:p>
          <a:p>
            <a:pPr algn="l"/>
            <a:r>
              <a:rPr lang="en-GB" sz="2000" dirty="0">
                <a:latin typeface="Dubai" panose="020B0503030403030204" pitchFamily="34" charset="-78"/>
                <a:cs typeface="Dubai" panose="020B0503030403030204" pitchFamily="34" charset="-78"/>
              </a:rPr>
              <a:t>	Basics of gene editing using CRISPR-Cas9</a:t>
            </a:r>
          </a:p>
          <a:p>
            <a:pPr algn="l"/>
            <a:r>
              <a:rPr lang="en-GB" sz="2000" dirty="0">
                <a:latin typeface="Dubai" panose="020B0503030403030204" pitchFamily="34" charset="-78"/>
                <a:cs typeface="Dubai" panose="020B0503030403030204" pitchFamily="34" charset="-78"/>
              </a:rPr>
              <a:t>	Brief overview on methods to determine Cas9 induced breaks</a:t>
            </a:r>
          </a:p>
          <a:p>
            <a:pPr algn="l"/>
            <a:r>
              <a:rPr lang="en-GB" sz="2000" dirty="0">
                <a:latin typeface="Dubai" panose="020B0503030403030204" pitchFamily="34" charset="-78"/>
                <a:cs typeface="Dubai" panose="020B0503030403030204" pitchFamily="34" charset="-78"/>
              </a:rPr>
              <a:t>	Focus on using freeware tool – TIDE to determine editing efficiencies and outcomes</a:t>
            </a:r>
          </a:p>
          <a:p>
            <a:pPr algn="l"/>
            <a:r>
              <a:rPr lang="en-GB" sz="2000" dirty="0">
                <a:latin typeface="Dubai" panose="020B0503030403030204" pitchFamily="34" charset="-78"/>
                <a:cs typeface="Dubai" panose="020B0503030403030204" pitchFamily="34" charset="-78"/>
              </a:rPr>
              <a:t>		Practical demonstration</a:t>
            </a:r>
          </a:p>
          <a:p>
            <a:pPr algn="l"/>
            <a:r>
              <a:rPr lang="en-GB" sz="2000" dirty="0">
                <a:latin typeface="Dubai" panose="020B0503030403030204" pitchFamily="34" charset="-78"/>
                <a:cs typeface="Dubai" panose="020B0503030403030204" pitchFamily="34" charset="-78"/>
              </a:rPr>
              <a:t>	Brief overview on using Cas9 to facilitate- gene knock-in / tagging</a:t>
            </a:r>
          </a:p>
          <a:p>
            <a:pPr algn="l"/>
            <a:r>
              <a:rPr lang="en-GB" sz="2000" dirty="0">
                <a:latin typeface="Dubai" panose="020B0503030403030204" pitchFamily="34" charset="-78"/>
                <a:cs typeface="Dubai" panose="020B0503030403030204" pitchFamily="34" charset="-78"/>
              </a:rPr>
              <a:t>		Practical demonstration</a:t>
            </a:r>
          </a:p>
          <a:p>
            <a:pPr algn="l"/>
            <a:endParaRPr lang="en-GB" sz="2000" dirty="0">
              <a:latin typeface="Dubai" panose="020B0503030403030204" pitchFamily="34" charset="-78"/>
              <a:cs typeface="Dubai" panose="020B0503030403030204" pitchFamily="34" charset="-78"/>
            </a:endParaRPr>
          </a:p>
          <a:p>
            <a:pPr algn="l"/>
            <a:r>
              <a:rPr lang="en-GB" sz="2000" dirty="0">
                <a:latin typeface="Dubai" panose="020B0503030403030204" pitchFamily="34" charset="-78"/>
                <a:cs typeface="Dubai" panose="020B0503030403030204" pitchFamily="34" charset="-78"/>
              </a:rPr>
              <a:t>After this session you should be able to :</a:t>
            </a:r>
          </a:p>
          <a:p>
            <a:pPr algn="l"/>
            <a:r>
              <a:rPr lang="en-GB" sz="2000" dirty="0">
                <a:latin typeface="Dubai" panose="020B0503030403030204" pitchFamily="34" charset="-78"/>
                <a:cs typeface="Dubai" panose="020B0503030403030204" pitchFamily="34" charset="-78"/>
              </a:rPr>
              <a:t>	Use TIDE to determine gRNA efficiency in your cell lines / samples</a:t>
            </a:r>
          </a:p>
          <a:p>
            <a:pPr algn="l"/>
            <a:r>
              <a:rPr lang="en-GB" sz="2000" dirty="0">
                <a:latin typeface="Dubai" panose="020B0503030403030204" pitchFamily="34" charset="-78"/>
                <a:cs typeface="Dubai" panose="020B0503030403030204" pitchFamily="34" charset="-78"/>
              </a:rPr>
              <a:t>	Understand information contained on sanger sequencing trace files</a:t>
            </a:r>
          </a:p>
          <a:p>
            <a:pPr algn="l"/>
            <a:r>
              <a:rPr lang="en-GB" sz="2000" dirty="0">
                <a:latin typeface="Dubai" panose="020B0503030403030204" pitchFamily="34" charset="-78"/>
                <a:cs typeface="Dubai" panose="020B0503030403030204" pitchFamily="34" charset="-78"/>
              </a:rPr>
              <a:t>	Determine knock-out/ knock-in/ SNV variations occurring with genomic region of interest</a:t>
            </a:r>
          </a:p>
          <a:p>
            <a:pPr algn="l"/>
            <a:endParaRPr lang="en-GB" sz="20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3760852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07E92-EF51-4F37-1B5D-7504A93CE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ED9B1-24DF-A16F-A978-A93669A2BB27}"/>
              </a:ext>
            </a:extLst>
          </p:cNvPr>
          <p:cNvSpPr>
            <a:spLocks noGrp="1"/>
          </p:cNvSpPr>
          <p:nvPr>
            <p:ph type="ctrTitle"/>
          </p:nvPr>
        </p:nvSpPr>
        <p:spPr>
          <a:xfrm>
            <a:off x="1023938" y="37335"/>
            <a:ext cx="10477500" cy="892175"/>
          </a:xfrm>
        </p:spPr>
        <p:txBody>
          <a:bodyPr>
            <a:normAutofit/>
          </a:bodyPr>
          <a:lstStyle/>
          <a:p>
            <a:pPr algn="l"/>
            <a:r>
              <a:rPr lang="en-US" sz="2800" dirty="0">
                <a:latin typeface="Dubai" panose="020B0503030403030204" pitchFamily="34" charset="-78"/>
                <a:cs typeface="Dubai" panose="020B0503030403030204" pitchFamily="34" charset="-78"/>
              </a:rPr>
              <a:t>CRISPR-Cas9 editing</a:t>
            </a:r>
          </a:p>
        </p:txBody>
      </p:sp>
      <p:sp>
        <p:nvSpPr>
          <p:cNvPr id="4" name="Rounded Rectangle 3">
            <a:extLst>
              <a:ext uri="{FF2B5EF4-FFF2-40B4-BE49-F238E27FC236}">
                <a16:creationId xmlns:a16="http://schemas.microsoft.com/office/drawing/2014/main" id="{A4B47F85-B038-F1B6-1BCB-12D9F994360E}"/>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E9D3C6A1-CE26-0E75-266C-404B0CA0903D}"/>
              </a:ext>
            </a:extLst>
          </p:cNvPr>
          <p:cNvSpPr txBox="1">
            <a:spLocks/>
          </p:cNvSpPr>
          <p:nvPr/>
        </p:nvSpPr>
        <p:spPr>
          <a:xfrm>
            <a:off x="1023938" y="1084279"/>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Clustered regularly interspaced short palindromic repeats (CRISPR) and CRISPR associated proteins (Cas) derived from microbial adaptive immune system to protect against viruses and plasmids.  </a:t>
            </a:r>
          </a:p>
          <a:p>
            <a:pPr algn="l"/>
            <a:r>
              <a:rPr lang="en-GB" sz="2000" dirty="0">
                <a:latin typeface="Dubai" panose="020B0503030403030204" pitchFamily="34" charset="-78"/>
                <a:cs typeface="Dubai" panose="020B0503030403030204" pitchFamily="34" charset="-78"/>
              </a:rPr>
              <a:t>Cas9 is the endonuclease that can generate DSB when guided by the target sequence (gRNA)</a:t>
            </a:r>
          </a:p>
          <a:p>
            <a:pPr algn="l"/>
            <a:r>
              <a:rPr lang="en-GB" sz="2000" dirty="0">
                <a:latin typeface="Dubai" panose="020B0503030403030204" pitchFamily="34" charset="-78"/>
                <a:cs typeface="Dubai" panose="020B0503030403030204" pitchFamily="34" charset="-78"/>
              </a:rPr>
              <a:t>gRNA / sgRNA is a short synthetic RNA composed of a scaffold sequence necessary for Cas-binding and a user-defined ∼20 nucleotide spacer that defines the genomic target to be modified. </a:t>
            </a:r>
          </a:p>
        </p:txBody>
      </p:sp>
      <p:pic>
        <p:nvPicPr>
          <p:cNvPr id="3" name="Picture 2">
            <a:extLst>
              <a:ext uri="{FF2B5EF4-FFF2-40B4-BE49-F238E27FC236}">
                <a16:creationId xmlns:a16="http://schemas.microsoft.com/office/drawing/2014/main" id="{05D9AF96-CF5F-9B47-6056-2D4ABE670BAA}"/>
              </a:ext>
            </a:extLst>
          </p:cNvPr>
          <p:cNvPicPr>
            <a:picLocks noChangeAspect="1"/>
          </p:cNvPicPr>
          <p:nvPr/>
        </p:nvPicPr>
        <p:blipFill>
          <a:blip r:embed="rId2">
            <a:alphaModFix/>
          </a:blip>
          <a:stretch>
            <a:fillRect/>
          </a:stretch>
        </p:blipFill>
        <p:spPr>
          <a:xfrm>
            <a:off x="5638279" y="2849133"/>
            <a:ext cx="2270938" cy="942975"/>
          </a:xfrm>
          <a:prstGeom prst="rect">
            <a:avLst/>
          </a:prstGeom>
        </p:spPr>
      </p:pic>
      <p:cxnSp>
        <p:nvCxnSpPr>
          <p:cNvPr id="9" name="Straight Connector 8">
            <a:extLst>
              <a:ext uri="{FF2B5EF4-FFF2-40B4-BE49-F238E27FC236}">
                <a16:creationId xmlns:a16="http://schemas.microsoft.com/office/drawing/2014/main" id="{ADE66299-536B-4574-6976-9EE8D93BD3C1}"/>
              </a:ext>
            </a:extLst>
          </p:cNvPr>
          <p:cNvCxnSpPr>
            <a:cxnSpLocks/>
          </p:cNvCxnSpPr>
          <p:nvPr/>
        </p:nvCxnSpPr>
        <p:spPr>
          <a:xfrm>
            <a:off x="6619763" y="4437348"/>
            <a:ext cx="0" cy="982663"/>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221A7D71-A0AB-92D4-5A8E-ACE27A651E15}"/>
              </a:ext>
            </a:extLst>
          </p:cNvPr>
          <p:cNvGrpSpPr/>
          <p:nvPr/>
        </p:nvGrpSpPr>
        <p:grpSpPr>
          <a:xfrm>
            <a:off x="5696679" y="4679263"/>
            <a:ext cx="923084" cy="192531"/>
            <a:chOff x="2141629" y="5660935"/>
            <a:chExt cx="923084" cy="192531"/>
          </a:xfrm>
        </p:grpSpPr>
        <p:cxnSp>
          <p:nvCxnSpPr>
            <p:cNvPr id="12" name="Straight Connector 11">
              <a:extLst>
                <a:ext uri="{FF2B5EF4-FFF2-40B4-BE49-F238E27FC236}">
                  <a16:creationId xmlns:a16="http://schemas.microsoft.com/office/drawing/2014/main" id="{6C7F350F-FB02-D5A5-0FF3-EA0997BFC4AA}"/>
                </a:ext>
              </a:extLst>
            </p:cNvPr>
            <p:cNvCxnSpPr/>
            <p:nvPr/>
          </p:nvCxnSpPr>
          <p:spPr>
            <a:xfrm>
              <a:off x="2141630" y="5731528"/>
              <a:ext cx="3830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47F4316-7A2B-0479-C2BE-08A2BAAC3043}"/>
                </a:ext>
              </a:extLst>
            </p:cNvPr>
            <p:cNvCxnSpPr/>
            <p:nvPr/>
          </p:nvCxnSpPr>
          <p:spPr>
            <a:xfrm>
              <a:off x="2141629" y="5797430"/>
              <a:ext cx="3830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3CAF4243-43EE-03A1-BEF5-654EBDD3980C}"/>
                </a:ext>
              </a:extLst>
            </p:cNvPr>
            <p:cNvCxnSpPr>
              <a:cxnSpLocks/>
            </p:cNvCxnSpPr>
            <p:nvPr/>
          </p:nvCxnSpPr>
          <p:spPr>
            <a:xfrm flipV="1">
              <a:off x="2520695" y="5660935"/>
              <a:ext cx="139465" cy="68531"/>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FEF09A-899B-F017-8E25-31BF2083A00E}"/>
                </a:ext>
              </a:extLst>
            </p:cNvPr>
            <p:cNvCxnSpPr>
              <a:cxnSpLocks/>
            </p:cNvCxnSpPr>
            <p:nvPr/>
          </p:nvCxnSpPr>
          <p:spPr>
            <a:xfrm>
              <a:off x="2524688" y="5796347"/>
              <a:ext cx="139465" cy="57119"/>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D02DDE8-3438-0D19-25EB-85C960FB7100}"/>
                </a:ext>
              </a:extLst>
            </p:cNvPr>
            <p:cNvCxnSpPr>
              <a:cxnSpLocks/>
            </p:cNvCxnSpPr>
            <p:nvPr/>
          </p:nvCxnSpPr>
          <p:spPr>
            <a:xfrm>
              <a:off x="2656167" y="5660935"/>
              <a:ext cx="40056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B240293-2DB3-A8CC-71FC-B4DFCEAC6C90}"/>
                </a:ext>
              </a:extLst>
            </p:cNvPr>
            <p:cNvCxnSpPr>
              <a:cxnSpLocks/>
            </p:cNvCxnSpPr>
            <p:nvPr/>
          </p:nvCxnSpPr>
          <p:spPr>
            <a:xfrm>
              <a:off x="2664153" y="5853466"/>
              <a:ext cx="40056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9" name="Group 18">
            <a:extLst>
              <a:ext uri="{FF2B5EF4-FFF2-40B4-BE49-F238E27FC236}">
                <a16:creationId xmlns:a16="http://schemas.microsoft.com/office/drawing/2014/main" id="{AB6D59D6-130E-FE4E-8AFD-40A84551B005}"/>
              </a:ext>
            </a:extLst>
          </p:cNvPr>
          <p:cNvGrpSpPr/>
          <p:nvPr/>
        </p:nvGrpSpPr>
        <p:grpSpPr>
          <a:xfrm flipH="1">
            <a:off x="5207256" y="6195206"/>
            <a:ext cx="809821" cy="192531"/>
            <a:chOff x="2141629" y="5660935"/>
            <a:chExt cx="923084" cy="192531"/>
          </a:xfrm>
        </p:grpSpPr>
        <p:cxnSp>
          <p:nvCxnSpPr>
            <p:cNvPr id="20" name="Straight Connector 19">
              <a:extLst>
                <a:ext uri="{FF2B5EF4-FFF2-40B4-BE49-F238E27FC236}">
                  <a16:creationId xmlns:a16="http://schemas.microsoft.com/office/drawing/2014/main" id="{D01B9366-8C7F-8070-B2C5-17EA53BD3F2A}"/>
                </a:ext>
              </a:extLst>
            </p:cNvPr>
            <p:cNvCxnSpPr/>
            <p:nvPr/>
          </p:nvCxnSpPr>
          <p:spPr>
            <a:xfrm>
              <a:off x="2141630" y="5731528"/>
              <a:ext cx="383059" cy="0"/>
            </a:xfrm>
            <a:prstGeom prst="line">
              <a:avLst/>
            </a:prstGeom>
            <a:ln w="25400"/>
          </p:spPr>
          <p:style>
            <a:lnRef idx="3">
              <a:schemeClr val="accent2"/>
            </a:lnRef>
            <a:fillRef idx="0">
              <a:schemeClr val="accent2"/>
            </a:fillRef>
            <a:effectRef idx="2">
              <a:schemeClr val="accent2"/>
            </a:effectRef>
            <a:fontRef idx="minor">
              <a:schemeClr val="tx1"/>
            </a:fontRef>
          </p:style>
        </p:cxnSp>
        <p:cxnSp>
          <p:nvCxnSpPr>
            <p:cNvPr id="21" name="Straight Connector 20">
              <a:extLst>
                <a:ext uri="{FF2B5EF4-FFF2-40B4-BE49-F238E27FC236}">
                  <a16:creationId xmlns:a16="http://schemas.microsoft.com/office/drawing/2014/main" id="{90A15BFB-EBFF-AABA-432B-6D44F4893092}"/>
                </a:ext>
              </a:extLst>
            </p:cNvPr>
            <p:cNvCxnSpPr/>
            <p:nvPr/>
          </p:nvCxnSpPr>
          <p:spPr>
            <a:xfrm>
              <a:off x="2141629" y="5797430"/>
              <a:ext cx="383059" cy="0"/>
            </a:xfrm>
            <a:prstGeom prst="line">
              <a:avLst/>
            </a:prstGeom>
            <a:ln w="25400"/>
          </p:spPr>
          <p:style>
            <a:lnRef idx="3">
              <a:schemeClr val="accent2"/>
            </a:lnRef>
            <a:fillRef idx="0">
              <a:schemeClr val="accent2"/>
            </a:fillRef>
            <a:effectRef idx="2">
              <a:schemeClr val="accent2"/>
            </a:effectRef>
            <a:fontRef idx="minor">
              <a:schemeClr val="tx1"/>
            </a:fontRef>
          </p:style>
        </p:cxnSp>
        <p:cxnSp>
          <p:nvCxnSpPr>
            <p:cNvPr id="22" name="Straight Connector 21">
              <a:extLst>
                <a:ext uri="{FF2B5EF4-FFF2-40B4-BE49-F238E27FC236}">
                  <a16:creationId xmlns:a16="http://schemas.microsoft.com/office/drawing/2014/main" id="{39D2EB78-9D4C-453B-D4EF-CDFB37289B10}"/>
                </a:ext>
              </a:extLst>
            </p:cNvPr>
            <p:cNvCxnSpPr>
              <a:cxnSpLocks/>
            </p:cNvCxnSpPr>
            <p:nvPr/>
          </p:nvCxnSpPr>
          <p:spPr>
            <a:xfrm flipV="1">
              <a:off x="2520695" y="5660935"/>
              <a:ext cx="139465" cy="68531"/>
            </a:xfrm>
            <a:prstGeom prst="line">
              <a:avLst/>
            </a:prstGeom>
            <a:ln w="25400"/>
          </p:spPr>
          <p:style>
            <a:lnRef idx="3">
              <a:schemeClr val="accent2"/>
            </a:lnRef>
            <a:fillRef idx="0">
              <a:schemeClr val="accent2"/>
            </a:fillRef>
            <a:effectRef idx="2">
              <a:schemeClr val="accent2"/>
            </a:effectRef>
            <a:fontRef idx="minor">
              <a:schemeClr val="tx1"/>
            </a:fontRef>
          </p:style>
        </p:cxnSp>
        <p:cxnSp>
          <p:nvCxnSpPr>
            <p:cNvPr id="23" name="Straight Connector 22">
              <a:extLst>
                <a:ext uri="{FF2B5EF4-FFF2-40B4-BE49-F238E27FC236}">
                  <a16:creationId xmlns:a16="http://schemas.microsoft.com/office/drawing/2014/main" id="{52DFBC1E-2704-DB15-5E8D-FC9E00E033A9}"/>
                </a:ext>
              </a:extLst>
            </p:cNvPr>
            <p:cNvCxnSpPr>
              <a:cxnSpLocks/>
            </p:cNvCxnSpPr>
            <p:nvPr/>
          </p:nvCxnSpPr>
          <p:spPr>
            <a:xfrm>
              <a:off x="2524688" y="5796347"/>
              <a:ext cx="139465" cy="57119"/>
            </a:xfrm>
            <a:prstGeom prst="line">
              <a:avLst/>
            </a:prstGeom>
            <a:ln w="25400"/>
          </p:spPr>
          <p:style>
            <a:lnRef idx="3">
              <a:schemeClr val="accent2"/>
            </a:lnRef>
            <a:fillRef idx="0">
              <a:schemeClr val="accent2"/>
            </a:fillRef>
            <a:effectRef idx="2">
              <a:schemeClr val="accent2"/>
            </a:effectRef>
            <a:fontRef idx="minor">
              <a:schemeClr val="tx1"/>
            </a:fontRef>
          </p:style>
        </p:cxnSp>
        <p:cxnSp>
          <p:nvCxnSpPr>
            <p:cNvPr id="24" name="Straight Connector 23">
              <a:extLst>
                <a:ext uri="{FF2B5EF4-FFF2-40B4-BE49-F238E27FC236}">
                  <a16:creationId xmlns:a16="http://schemas.microsoft.com/office/drawing/2014/main" id="{A45E4DB9-9B80-38B4-16AE-2A1589343642}"/>
                </a:ext>
              </a:extLst>
            </p:cNvPr>
            <p:cNvCxnSpPr>
              <a:cxnSpLocks/>
            </p:cNvCxnSpPr>
            <p:nvPr/>
          </p:nvCxnSpPr>
          <p:spPr>
            <a:xfrm>
              <a:off x="2656167" y="5660935"/>
              <a:ext cx="400560" cy="0"/>
            </a:xfrm>
            <a:prstGeom prst="line">
              <a:avLst/>
            </a:prstGeom>
            <a:ln w="25400"/>
          </p:spPr>
          <p:style>
            <a:lnRef idx="3">
              <a:schemeClr val="accent2"/>
            </a:lnRef>
            <a:fillRef idx="0">
              <a:schemeClr val="accent2"/>
            </a:fillRef>
            <a:effectRef idx="2">
              <a:schemeClr val="accent2"/>
            </a:effectRef>
            <a:fontRef idx="minor">
              <a:schemeClr val="tx1"/>
            </a:fontRef>
          </p:style>
        </p:cxnSp>
        <p:cxnSp>
          <p:nvCxnSpPr>
            <p:cNvPr id="25" name="Straight Connector 24">
              <a:extLst>
                <a:ext uri="{FF2B5EF4-FFF2-40B4-BE49-F238E27FC236}">
                  <a16:creationId xmlns:a16="http://schemas.microsoft.com/office/drawing/2014/main" id="{6D4587EF-A287-91B0-3A9B-A43FAD6861EE}"/>
                </a:ext>
              </a:extLst>
            </p:cNvPr>
            <p:cNvCxnSpPr>
              <a:cxnSpLocks/>
            </p:cNvCxnSpPr>
            <p:nvPr/>
          </p:nvCxnSpPr>
          <p:spPr>
            <a:xfrm>
              <a:off x="2664153" y="5853466"/>
              <a:ext cx="400560" cy="0"/>
            </a:xfrm>
            <a:prstGeom prst="line">
              <a:avLst/>
            </a:prstGeom>
            <a:ln w="25400"/>
          </p:spPr>
          <p:style>
            <a:lnRef idx="3">
              <a:schemeClr val="accent2"/>
            </a:lnRef>
            <a:fillRef idx="0">
              <a:schemeClr val="accent2"/>
            </a:fillRef>
            <a:effectRef idx="2">
              <a:schemeClr val="accent2"/>
            </a:effectRef>
            <a:fontRef idx="minor">
              <a:schemeClr val="tx1"/>
            </a:fontRef>
          </p:style>
        </p:cxnSp>
      </p:grpSp>
      <p:grpSp>
        <p:nvGrpSpPr>
          <p:cNvPr id="26" name="Group 25">
            <a:extLst>
              <a:ext uri="{FF2B5EF4-FFF2-40B4-BE49-F238E27FC236}">
                <a16:creationId xmlns:a16="http://schemas.microsoft.com/office/drawing/2014/main" id="{54C89EEE-7A0A-FC2F-AACE-64F3EDFFFF71}"/>
              </a:ext>
            </a:extLst>
          </p:cNvPr>
          <p:cNvGrpSpPr/>
          <p:nvPr/>
        </p:nvGrpSpPr>
        <p:grpSpPr>
          <a:xfrm>
            <a:off x="4292158" y="6187191"/>
            <a:ext cx="923084" cy="192531"/>
            <a:chOff x="2141629" y="5660935"/>
            <a:chExt cx="923084" cy="192531"/>
          </a:xfrm>
        </p:grpSpPr>
        <p:cxnSp>
          <p:nvCxnSpPr>
            <p:cNvPr id="27" name="Straight Connector 26">
              <a:extLst>
                <a:ext uri="{FF2B5EF4-FFF2-40B4-BE49-F238E27FC236}">
                  <a16:creationId xmlns:a16="http://schemas.microsoft.com/office/drawing/2014/main" id="{ABB235C8-0D2C-8F91-5CD2-35427BD956AD}"/>
                </a:ext>
              </a:extLst>
            </p:cNvPr>
            <p:cNvCxnSpPr/>
            <p:nvPr/>
          </p:nvCxnSpPr>
          <p:spPr>
            <a:xfrm>
              <a:off x="2141630" y="5731528"/>
              <a:ext cx="3830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6A4B3D4-BE83-246D-D06D-4634DA846E09}"/>
                </a:ext>
              </a:extLst>
            </p:cNvPr>
            <p:cNvCxnSpPr/>
            <p:nvPr/>
          </p:nvCxnSpPr>
          <p:spPr>
            <a:xfrm>
              <a:off x="2141629" y="5797430"/>
              <a:ext cx="3830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83AFFE0-C44F-21D7-6F43-196677CCBC06}"/>
                </a:ext>
              </a:extLst>
            </p:cNvPr>
            <p:cNvCxnSpPr>
              <a:cxnSpLocks/>
            </p:cNvCxnSpPr>
            <p:nvPr/>
          </p:nvCxnSpPr>
          <p:spPr>
            <a:xfrm flipV="1">
              <a:off x="2520695" y="5660935"/>
              <a:ext cx="139465" cy="68531"/>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FCE1B4D-3E50-CE88-6D2A-07BAC6421C37}"/>
                </a:ext>
              </a:extLst>
            </p:cNvPr>
            <p:cNvCxnSpPr>
              <a:cxnSpLocks/>
            </p:cNvCxnSpPr>
            <p:nvPr/>
          </p:nvCxnSpPr>
          <p:spPr>
            <a:xfrm>
              <a:off x="2524688" y="5796347"/>
              <a:ext cx="139465" cy="57119"/>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200F06-F446-4C63-9B55-912926B9CF53}"/>
                </a:ext>
              </a:extLst>
            </p:cNvPr>
            <p:cNvCxnSpPr>
              <a:cxnSpLocks/>
            </p:cNvCxnSpPr>
            <p:nvPr/>
          </p:nvCxnSpPr>
          <p:spPr>
            <a:xfrm>
              <a:off x="2656167" y="5660935"/>
              <a:ext cx="40056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9284B13-1E7F-BEE0-0935-8073821CA676}"/>
                </a:ext>
              </a:extLst>
            </p:cNvPr>
            <p:cNvCxnSpPr>
              <a:cxnSpLocks/>
            </p:cNvCxnSpPr>
            <p:nvPr/>
          </p:nvCxnSpPr>
          <p:spPr>
            <a:xfrm>
              <a:off x="2664153" y="5853466"/>
              <a:ext cx="40056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a:extLst>
              <a:ext uri="{FF2B5EF4-FFF2-40B4-BE49-F238E27FC236}">
                <a16:creationId xmlns:a16="http://schemas.microsoft.com/office/drawing/2014/main" id="{BFB88E8E-9503-8E89-DA66-5C5D4AB208E7}"/>
              </a:ext>
            </a:extLst>
          </p:cNvPr>
          <p:cNvCxnSpPr>
            <a:cxnSpLocks/>
          </p:cNvCxnSpPr>
          <p:nvPr/>
        </p:nvCxnSpPr>
        <p:spPr>
          <a:xfrm>
            <a:off x="5231297" y="5771918"/>
            <a:ext cx="0" cy="982663"/>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34" name="Group 33">
            <a:extLst>
              <a:ext uri="{FF2B5EF4-FFF2-40B4-BE49-F238E27FC236}">
                <a16:creationId xmlns:a16="http://schemas.microsoft.com/office/drawing/2014/main" id="{6A136D90-3049-AFBD-D1E5-0E09C6806CF9}"/>
              </a:ext>
            </a:extLst>
          </p:cNvPr>
          <p:cNvGrpSpPr/>
          <p:nvPr/>
        </p:nvGrpSpPr>
        <p:grpSpPr>
          <a:xfrm>
            <a:off x="7095136" y="6187191"/>
            <a:ext cx="923084" cy="192531"/>
            <a:chOff x="2141629" y="5660935"/>
            <a:chExt cx="923084" cy="192531"/>
          </a:xfrm>
        </p:grpSpPr>
        <p:cxnSp>
          <p:nvCxnSpPr>
            <p:cNvPr id="35" name="Straight Connector 34">
              <a:extLst>
                <a:ext uri="{FF2B5EF4-FFF2-40B4-BE49-F238E27FC236}">
                  <a16:creationId xmlns:a16="http://schemas.microsoft.com/office/drawing/2014/main" id="{37DA941B-C8D3-B953-FF49-A3AE01AA3B5A}"/>
                </a:ext>
              </a:extLst>
            </p:cNvPr>
            <p:cNvCxnSpPr/>
            <p:nvPr/>
          </p:nvCxnSpPr>
          <p:spPr>
            <a:xfrm>
              <a:off x="2141630" y="5731528"/>
              <a:ext cx="3830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888379B-523F-EE26-9AB0-C05E93291525}"/>
                </a:ext>
              </a:extLst>
            </p:cNvPr>
            <p:cNvCxnSpPr/>
            <p:nvPr/>
          </p:nvCxnSpPr>
          <p:spPr>
            <a:xfrm>
              <a:off x="2141629" y="5797430"/>
              <a:ext cx="383059"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47ABF0-208C-9BAC-045F-73C87AE02654}"/>
                </a:ext>
              </a:extLst>
            </p:cNvPr>
            <p:cNvCxnSpPr>
              <a:cxnSpLocks/>
            </p:cNvCxnSpPr>
            <p:nvPr/>
          </p:nvCxnSpPr>
          <p:spPr>
            <a:xfrm flipV="1">
              <a:off x="2520695" y="5660935"/>
              <a:ext cx="139465" cy="68531"/>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9173995-5CEC-14B0-2E44-78394E8A4DFB}"/>
                </a:ext>
              </a:extLst>
            </p:cNvPr>
            <p:cNvCxnSpPr>
              <a:cxnSpLocks/>
            </p:cNvCxnSpPr>
            <p:nvPr/>
          </p:nvCxnSpPr>
          <p:spPr>
            <a:xfrm>
              <a:off x="2524688" y="5796347"/>
              <a:ext cx="139465" cy="57119"/>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380E0C8-A579-C04E-8EB7-024DFD46DCD1}"/>
                </a:ext>
              </a:extLst>
            </p:cNvPr>
            <p:cNvCxnSpPr>
              <a:cxnSpLocks/>
            </p:cNvCxnSpPr>
            <p:nvPr/>
          </p:nvCxnSpPr>
          <p:spPr>
            <a:xfrm>
              <a:off x="2656167" y="5660935"/>
              <a:ext cx="208902"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60903CC6-D1EE-D7D1-2F76-502DFC4EEBAE}"/>
                </a:ext>
              </a:extLst>
            </p:cNvPr>
            <p:cNvCxnSpPr>
              <a:cxnSpLocks/>
            </p:cNvCxnSpPr>
            <p:nvPr/>
          </p:nvCxnSpPr>
          <p:spPr>
            <a:xfrm>
              <a:off x="2664153" y="5853466"/>
              <a:ext cx="40056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1" name="Group 40">
            <a:extLst>
              <a:ext uri="{FF2B5EF4-FFF2-40B4-BE49-F238E27FC236}">
                <a16:creationId xmlns:a16="http://schemas.microsoft.com/office/drawing/2014/main" id="{16F056AD-144B-0115-2EA5-11C01FA6C13D}"/>
              </a:ext>
            </a:extLst>
          </p:cNvPr>
          <p:cNvGrpSpPr/>
          <p:nvPr/>
        </p:nvGrpSpPr>
        <p:grpSpPr>
          <a:xfrm rot="10800000">
            <a:off x="7813418" y="6181108"/>
            <a:ext cx="923084" cy="192531"/>
            <a:chOff x="2141629" y="5660935"/>
            <a:chExt cx="923084" cy="192531"/>
          </a:xfrm>
        </p:grpSpPr>
        <p:cxnSp>
          <p:nvCxnSpPr>
            <p:cNvPr id="42" name="Straight Connector 41">
              <a:extLst>
                <a:ext uri="{FF2B5EF4-FFF2-40B4-BE49-F238E27FC236}">
                  <a16:creationId xmlns:a16="http://schemas.microsoft.com/office/drawing/2014/main" id="{84EB6367-2A20-9512-7777-8C2014590B2C}"/>
                </a:ext>
              </a:extLst>
            </p:cNvPr>
            <p:cNvCxnSpPr/>
            <p:nvPr/>
          </p:nvCxnSpPr>
          <p:spPr>
            <a:xfrm>
              <a:off x="2141630" y="5731528"/>
              <a:ext cx="383059" cy="0"/>
            </a:xfrm>
            <a:prstGeom prst="line">
              <a:avLst/>
            </a:prstGeom>
            <a:ln w="28575"/>
          </p:spPr>
          <p:style>
            <a:lnRef idx="3">
              <a:schemeClr val="accent5"/>
            </a:lnRef>
            <a:fillRef idx="0">
              <a:schemeClr val="accent5"/>
            </a:fillRef>
            <a:effectRef idx="2">
              <a:schemeClr val="accent5"/>
            </a:effectRef>
            <a:fontRef idx="minor">
              <a:schemeClr val="tx1"/>
            </a:fontRef>
          </p:style>
        </p:cxnSp>
        <p:cxnSp>
          <p:nvCxnSpPr>
            <p:cNvPr id="43" name="Straight Connector 42">
              <a:extLst>
                <a:ext uri="{FF2B5EF4-FFF2-40B4-BE49-F238E27FC236}">
                  <a16:creationId xmlns:a16="http://schemas.microsoft.com/office/drawing/2014/main" id="{65FDB510-9E23-60ED-F3BC-FEEF6D424D9C}"/>
                </a:ext>
              </a:extLst>
            </p:cNvPr>
            <p:cNvCxnSpPr/>
            <p:nvPr/>
          </p:nvCxnSpPr>
          <p:spPr>
            <a:xfrm>
              <a:off x="2141629" y="5797430"/>
              <a:ext cx="383059" cy="0"/>
            </a:xfrm>
            <a:prstGeom prst="line">
              <a:avLst/>
            </a:prstGeom>
            <a:ln w="28575"/>
          </p:spPr>
          <p:style>
            <a:lnRef idx="3">
              <a:schemeClr val="accent5"/>
            </a:lnRef>
            <a:fillRef idx="0">
              <a:schemeClr val="accent5"/>
            </a:fillRef>
            <a:effectRef idx="2">
              <a:schemeClr val="accent5"/>
            </a:effectRef>
            <a:fontRef idx="minor">
              <a:schemeClr val="tx1"/>
            </a:fontRef>
          </p:style>
        </p:cxnSp>
        <p:cxnSp>
          <p:nvCxnSpPr>
            <p:cNvPr id="44" name="Straight Connector 43">
              <a:extLst>
                <a:ext uri="{FF2B5EF4-FFF2-40B4-BE49-F238E27FC236}">
                  <a16:creationId xmlns:a16="http://schemas.microsoft.com/office/drawing/2014/main" id="{B1233CA9-C291-852F-CC26-84BC3901F613}"/>
                </a:ext>
              </a:extLst>
            </p:cNvPr>
            <p:cNvCxnSpPr>
              <a:cxnSpLocks/>
            </p:cNvCxnSpPr>
            <p:nvPr/>
          </p:nvCxnSpPr>
          <p:spPr>
            <a:xfrm flipV="1">
              <a:off x="2520695" y="5660935"/>
              <a:ext cx="139465" cy="68531"/>
            </a:xfrm>
            <a:prstGeom prst="line">
              <a:avLst/>
            </a:prstGeom>
            <a:ln w="28575"/>
          </p:spPr>
          <p:style>
            <a:lnRef idx="3">
              <a:schemeClr val="accent5"/>
            </a:lnRef>
            <a:fillRef idx="0">
              <a:schemeClr val="accent5"/>
            </a:fillRef>
            <a:effectRef idx="2">
              <a:schemeClr val="accent5"/>
            </a:effectRef>
            <a:fontRef idx="minor">
              <a:schemeClr val="tx1"/>
            </a:fontRef>
          </p:style>
        </p:cxnSp>
        <p:cxnSp>
          <p:nvCxnSpPr>
            <p:cNvPr id="45" name="Straight Connector 44">
              <a:extLst>
                <a:ext uri="{FF2B5EF4-FFF2-40B4-BE49-F238E27FC236}">
                  <a16:creationId xmlns:a16="http://schemas.microsoft.com/office/drawing/2014/main" id="{7322AA1B-250E-74DD-A3CF-D4B4CFC16C7C}"/>
                </a:ext>
              </a:extLst>
            </p:cNvPr>
            <p:cNvCxnSpPr>
              <a:cxnSpLocks/>
            </p:cNvCxnSpPr>
            <p:nvPr/>
          </p:nvCxnSpPr>
          <p:spPr>
            <a:xfrm>
              <a:off x="2524688" y="5796347"/>
              <a:ext cx="139465" cy="57119"/>
            </a:xfrm>
            <a:prstGeom prst="line">
              <a:avLst/>
            </a:prstGeom>
            <a:ln w="28575"/>
          </p:spPr>
          <p:style>
            <a:lnRef idx="3">
              <a:schemeClr val="accent5"/>
            </a:lnRef>
            <a:fillRef idx="0">
              <a:schemeClr val="accent5"/>
            </a:fillRef>
            <a:effectRef idx="2">
              <a:schemeClr val="accent5"/>
            </a:effectRef>
            <a:fontRef idx="minor">
              <a:schemeClr val="tx1"/>
            </a:fontRef>
          </p:style>
        </p:cxnSp>
        <p:cxnSp>
          <p:nvCxnSpPr>
            <p:cNvPr id="46" name="Straight Connector 45">
              <a:extLst>
                <a:ext uri="{FF2B5EF4-FFF2-40B4-BE49-F238E27FC236}">
                  <a16:creationId xmlns:a16="http://schemas.microsoft.com/office/drawing/2014/main" id="{04A38926-676C-053F-B1B2-C05ACB2DC867}"/>
                </a:ext>
              </a:extLst>
            </p:cNvPr>
            <p:cNvCxnSpPr>
              <a:cxnSpLocks/>
            </p:cNvCxnSpPr>
            <p:nvPr/>
          </p:nvCxnSpPr>
          <p:spPr>
            <a:xfrm>
              <a:off x="2656167" y="5660935"/>
              <a:ext cx="208902" cy="0"/>
            </a:xfrm>
            <a:prstGeom prst="line">
              <a:avLst/>
            </a:prstGeom>
            <a:ln w="28575"/>
          </p:spPr>
          <p:style>
            <a:lnRef idx="3">
              <a:schemeClr val="accent5"/>
            </a:lnRef>
            <a:fillRef idx="0">
              <a:schemeClr val="accent5"/>
            </a:fillRef>
            <a:effectRef idx="2">
              <a:schemeClr val="accent5"/>
            </a:effectRef>
            <a:fontRef idx="minor">
              <a:schemeClr val="tx1"/>
            </a:fontRef>
          </p:style>
        </p:cxnSp>
        <p:cxnSp>
          <p:nvCxnSpPr>
            <p:cNvPr id="47" name="Straight Connector 46">
              <a:extLst>
                <a:ext uri="{FF2B5EF4-FFF2-40B4-BE49-F238E27FC236}">
                  <a16:creationId xmlns:a16="http://schemas.microsoft.com/office/drawing/2014/main" id="{CA888FBE-3AF3-989E-518F-260FF01FC792}"/>
                </a:ext>
              </a:extLst>
            </p:cNvPr>
            <p:cNvCxnSpPr>
              <a:cxnSpLocks/>
            </p:cNvCxnSpPr>
            <p:nvPr/>
          </p:nvCxnSpPr>
          <p:spPr>
            <a:xfrm>
              <a:off x="2664153" y="5853466"/>
              <a:ext cx="400560" cy="0"/>
            </a:xfrm>
            <a:prstGeom prst="line">
              <a:avLst/>
            </a:prstGeom>
            <a:ln w="28575"/>
          </p:spPr>
          <p:style>
            <a:lnRef idx="3">
              <a:schemeClr val="accent5"/>
            </a:lnRef>
            <a:fillRef idx="0">
              <a:schemeClr val="accent5"/>
            </a:fillRef>
            <a:effectRef idx="2">
              <a:schemeClr val="accent5"/>
            </a:effectRef>
            <a:fontRef idx="minor">
              <a:schemeClr val="tx1"/>
            </a:fontRef>
          </p:style>
        </p:cxnSp>
      </p:grpSp>
      <p:cxnSp>
        <p:nvCxnSpPr>
          <p:cNvPr id="48" name="Straight Connector 47">
            <a:extLst>
              <a:ext uri="{FF2B5EF4-FFF2-40B4-BE49-F238E27FC236}">
                <a16:creationId xmlns:a16="http://schemas.microsoft.com/office/drawing/2014/main" id="{0F899067-AE3A-939E-4889-BADFF21A82B2}"/>
              </a:ext>
            </a:extLst>
          </p:cNvPr>
          <p:cNvCxnSpPr>
            <a:cxnSpLocks/>
          </p:cNvCxnSpPr>
          <p:nvPr/>
        </p:nvCxnSpPr>
        <p:spPr>
          <a:xfrm>
            <a:off x="8013061" y="5772405"/>
            <a:ext cx="0" cy="982663"/>
          </a:xfrm>
          <a:prstGeom prst="line">
            <a:avLst/>
          </a:prstGeom>
          <a:ln w="22225">
            <a:solidFill>
              <a:srgbClr val="FF0000"/>
            </a:solidFill>
            <a:prstDash val="dash"/>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08FB7033-ECB3-C9C2-A589-58E1C2D623CA}"/>
              </a:ext>
            </a:extLst>
          </p:cNvPr>
          <p:cNvGrpSpPr/>
          <p:nvPr/>
        </p:nvGrpSpPr>
        <p:grpSpPr>
          <a:xfrm>
            <a:off x="2323724" y="3014054"/>
            <a:ext cx="1057606" cy="800020"/>
            <a:chOff x="14075453" y="8660821"/>
            <a:chExt cx="6212048" cy="4635628"/>
          </a:xfrm>
        </p:grpSpPr>
        <p:sp>
          <p:nvSpPr>
            <p:cNvPr id="50" name="Triangle 49">
              <a:extLst>
                <a:ext uri="{FF2B5EF4-FFF2-40B4-BE49-F238E27FC236}">
                  <a16:creationId xmlns:a16="http://schemas.microsoft.com/office/drawing/2014/main" id="{0186C948-BCE8-1BE8-BA28-C93D29DAC8F6}"/>
                </a:ext>
              </a:extLst>
            </p:cNvPr>
            <p:cNvSpPr/>
            <p:nvPr/>
          </p:nvSpPr>
          <p:spPr>
            <a:xfrm>
              <a:off x="14361249" y="10271654"/>
              <a:ext cx="1725283" cy="862642"/>
            </a:xfrm>
            <a:prstGeom prst="triangle">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Triangle 50">
              <a:extLst>
                <a:ext uri="{FF2B5EF4-FFF2-40B4-BE49-F238E27FC236}">
                  <a16:creationId xmlns:a16="http://schemas.microsoft.com/office/drawing/2014/main" id="{A7133C50-ED33-B19E-5167-9DF5970E3BCA}"/>
                </a:ext>
              </a:extLst>
            </p:cNvPr>
            <p:cNvSpPr/>
            <p:nvPr/>
          </p:nvSpPr>
          <p:spPr>
            <a:xfrm rot="4086604">
              <a:off x="14167970" y="11475135"/>
              <a:ext cx="1288285" cy="382320"/>
            </a:xfrm>
            <a:prstGeom prst="triangle">
              <a:avLst/>
            </a:prstGeom>
            <a:solidFill>
              <a:srgbClr val="FFC000">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Triangle 51">
              <a:extLst>
                <a:ext uri="{FF2B5EF4-FFF2-40B4-BE49-F238E27FC236}">
                  <a16:creationId xmlns:a16="http://schemas.microsoft.com/office/drawing/2014/main" id="{61E84427-B019-82D5-0703-9D534C947EB5}"/>
                </a:ext>
              </a:extLst>
            </p:cNvPr>
            <p:cNvSpPr/>
            <p:nvPr/>
          </p:nvSpPr>
          <p:spPr>
            <a:xfrm rot="10800000">
              <a:off x="14394228" y="11133459"/>
              <a:ext cx="1288285" cy="504974"/>
            </a:xfrm>
            <a:prstGeom prst="triangle">
              <a:avLst/>
            </a:prstGeom>
            <a:solidFill>
              <a:srgbClr val="F4B183">
                <a:alpha val="6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riangle 52">
              <a:extLst>
                <a:ext uri="{FF2B5EF4-FFF2-40B4-BE49-F238E27FC236}">
                  <a16:creationId xmlns:a16="http://schemas.microsoft.com/office/drawing/2014/main" id="{736D36CF-C763-CFD7-26DA-3802075F5D50}"/>
                </a:ext>
              </a:extLst>
            </p:cNvPr>
            <p:cNvSpPr/>
            <p:nvPr/>
          </p:nvSpPr>
          <p:spPr>
            <a:xfrm rot="2630011">
              <a:off x="14793662" y="9887028"/>
              <a:ext cx="1288285" cy="504974"/>
            </a:xfrm>
            <a:prstGeom prst="triangle">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riangle 53">
              <a:extLst>
                <a:ext uri="{FF2B5EF4-FFF2-40B4-BE49-F238E27FC236}">
                  <a16:creationId xmlns:a16="http://schemas.microsoft.com/office/drawing/2014/main" id="{376C8662-F909-DB1B-749F-C0773A3FDCCE}"/>
                </a:ext>
              </a:extLst>
            </p:cNvPr>
            <p:cNvSpPr/>
            <p:nvPr/>
          </p:nvSpPr>
          <p:spPr>
            <a:xfrm rot="6015646">
              <a:off x="15110334" y="11511064"/>
              <a:ext cx="1028737" cy="1465370"/>
            </a:xfrm>
            <a:prstGeom prst="triangle">
              <a:avLst>
                <a:gd name="adj" fmla="val 53658"/>
              </a:avLst>
            </a:prstGeom>
            <a:solidFill>
              <a:srgbClr val="FF00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Triangle 54">
              <a:extLst>
                <a:ext uri="{FF2B5EF4-FFF2-40B4-BE49-F238E27FC236}">
                  <a16:creationId xmlns:a16="http://schemas.microsoft.com/office/drawing/2014/main" id="{08DA45D2-5EC1-C6AF-F31D-6055FE361DD9}"/>
                </a:ext>
              </a:extLst>
            </p:cNvPr>
            <p:cNvSpPr/>
            <p:nvPr/>
          </p:nvSpPr>
          <p:spPr>
            <a:xfrm>
              <a:off x="15051731" y="11128397"/>
              <a:ext cx="1306808" cy="502002"/>
            </a:xfrm>
            <a:prstGeom prst="triangle">
              <a:avLst>
                <a:gd name="adj" fmla="val 49493"/>
              </a:avLst>
            </a:prstGeom>
            <a:solidFill>
              <a:srgbClr val="FF930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riangle 55">
              <a:extLst>
                <a:ext uri="{FF2B5EF4-FFF2-40B4-BE49-F238E27FC236}">
                  <a16:creationId xmlns:a16="http://schemas.microsoft.com/office/drawing/2014/main" id="{FC21C2B7-B298-DA96-1443-FC8400D2A157}"/>
                </a:ext>
              </a:extLst>
            </p:cNvPr>
            <p:cNvSpPr/>
            <p:nvPr/>
          </p:nvSpPr>
          <p:spPr>
            <a:xfrm rot="17997031">
              <a:off x="16835680" y="9092142"/>
              <a:ext cx="1725283" cy="862642"/>
            </a:xfrm>
            <a:prstGeom prst="triangle">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riangle 56">
              <a:extLst>
                <a:ext uri="{FF2B5EF4-FFF2-40B4-BE49-F238E27FC236}">
                  <a16:creationId xmlns:a16="http://schemas.microsoft.com/office/drawing/2014/main" id="{CB7A228E-C415-FC43-6B4F-4E46A4E73CC6}"/>
                </a:ext>
              </a:extLst>
            </p:cNvPr>
            <p:cNvSpPr/>
            <p:nvPr/>
          </p:nvSpPr>
          <p:spPr>
            <a:xfrm rot="7943118">
              <a:off x="16557499" y="10322401"/>
              <a:ext cx="1333089" cy="521364"/>
            </a:xfrm>
            <a:prstGeom prst="triangle">
              <a:avLst>
                <a:gd name="adj" fmla="val 24978"/>
              </a:avLst>
            </a:prstGeom>
            <a:solidFill>
              <a:srgbClr val="FF930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riangle 57">
              <a:extLst>
                <a:ext uri="{FF2B5EF4-FFF2-40B4-BE49-F238E27FC236}">
                  <a16:creationId xmlns:a16="http://schemas.microsoft.com/office/drawing/2014/main" id="{78847794-AF7E-73C0-5CFF-19039B2794DA}"/>
                </a:ext>
              </a:extLst>
            </p:cNvPr>
            <p:cNvSpPr/>
            <p:nvPr/>
          </p:nvSpPr>
          <p:spPr>
            <a:xfrm rot="16200000">
              <a:off x="17165283" y="10314470"/>
              <a:ext cx="1288285" cy="384559"/>
            </a:xfrm>
            <a:prstGeom prst="triangle">
              <a:avLst>
                <a:gd name="adj" fmla="val 48580"/>
              </a:avLst>
            </a:prstGeom>
            <a:solidFill>
              <a:srgbClr val="FFC000">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riangle 58">
              <a:extLst>
                <a:ext uri="{FF2B5EF4-FFF2-40B4-BE49-F238E27FC236}">
                  <a16:creationId xmlns:a16="http://schemas.microsoft.com/office/drawing/2014/main" id="{1F8E0123-CD9B-D9FD-B165-1FBDF5A0D58E}"/>
                </a:ext>
              </a:extLst>
            </p:cNvPr>
            <p:cNvSpPr/>
            <p:nvPr/>
          </p:nvSpPr>
          <p:spPr>
            <a:xfrm rot="10800000">
              <a:off x="18019008" y="11134296"/>
              <a:ext cx="1725283" cy="862642"/>
            </a:xfrm>
            <a:prstGeom prst="triangle">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riangle 59">
              <a:extLst>
                <a:ext uri="{FF2B5EF4-FFF2-40B4-BE49-F238E27FC236}">
                  <a16:creationId xmlns:a16="http://schemas.microsoft.com/office/drawing/2014/main" id="{77082337-035A-290D-CED8-B211DFF56AE9}"/>
                </a:ext>
              </a:extLst>
            </p:cNvPr>
            <p:cNvSpPr/>
            <p:nvPr/>
          </p:nvSpPr>
          <p:spPr>
            <a:xfrm rot="7589183">
              <a:off x="17278987" y="10692110"/>
              <a:ext cx="761329" cy="685407"/>
            </a:xfrm>
            <a:prstGeom prst="triangle">
              <a:avLst>
                <a:gd name="adj" fmla="val 34277"/>
              </a:avLst>
            </a:prstGeom>
            <a:solidFill>
              <a:srgbClr val="FF00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Triangle 60">
              <a:extLst>
                <a:ext uri="{FF2B5EF4-FFF2-40B4-BE49-F238E27FC236}">
                  <a16:creationId xmlns:a16="http://schemas.microsoft.com/office/drawing/2014/main" id="{ECDF95FC-B9D4-9401-44DC-78C1B8B55CD4}"/>
                </a:ext>
              </a:extLst>
            </p:cNvPr>
            <p:cNvSpPr/>
            <p:nvPr/>
          </p:nvSpPr>
          <p:spPr>
            <a:xfrm rot="10800000">
              <a:off x="15038849" y="11626106"/>
              <a:ext cx="1351599" cy="552792"/>
            </a:xfrm>
            <a:prstGeom prst="triangle">
              <a:avLst>
                <a:gd name="adj" fmla="val 31177"/>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riangle 61">
              <a:extLst>
                <a:ext uri="{FF2B5EF4-FFF2-40B4-BE49-F238E27FC236}">
                  <a16:creationId xmlns:a16="http://schemas.microsoft.com/office/drawing/2014/main" id="{C2B7B8A6-D86F-FB1C-B581-18448B6E166C}"/>
                </a:ext>
              </a:extLst>
            </p:cNvPr>
            <p:cNvSpPr/>
            <p:nvPr/>
          </p:nvSpPr>
          <p:spPr>
            <a:xfrm rot="18754566">
              <a:off x="16158132" y="9963378"/>
              <a:ext cx="1377432" cy="524781"/>
            </a:xfrm>
            <a:prstGeom prst="triangle">
              <a:avLst>
                <a:gd name="adj" fmla="val 8942"/>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riangle 62">
              <a:extLst>
                <a:ext uri="{FF2B5EF4-FFF2-40B4-BE49-F238E27FC236}">
                  <a16:creationId xmlns:a16="http://schemas.microsoft.com/office/drawing/2014/main" id="{BA7B003D-57D6-4935-934B-3356987E70CD}"/>
                </a:ext>
              </a:extLst>
            </p:cNvPr>
            <p:cNvSpPr/>
            <p:nvPr/>
          </p:nvSpPr>
          <p:spPr>
            <a:xfrm rot="13501904">
              <a:off x="17333186" y="11287463"/>
              <a:ext cx="1028737" cy="1465370"/>
            </a:xfrm>
            <a:prstGeom prst="triangle">
              <a:avLst>
                <a:gd name="adj" fmla="val 51814"/>
              </a:avLst>
            </a:prstGeom>
            <a:solidFill>
              <a:srgbClr val="FF0000">
                <a:alpha val="3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riangle 63">
              <a:extLst>
                <a:ext uri="{FF2B5EF4-FFF2-40B4-BE49-F238E27FC236}">
                  <a16:creationId xmlns:a16="http://schemas.microsoft.com/office/drawing/2014/main" id="{D97C3FF6-BC30-B4D3-E2BC-79DCED19AF6A}"/>
                </a:ext>
              </a:extLst>
            </p:cNvPr>
            <p:cNvSpPr/>
            <p:nvPr/>
          </p:nvSpPr>
          <p:spPr>
            <a:xfrm rot="10331717">
              <a:off x="14833878" y="12533576"/>
              <a:ext cx="1288285" cy="504974"/>
            </a:xfrm>
            <a:prstGeom prst="triangle">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Triangle 64">
              <a:extLst>
                <a:ext uri="{FF2B5EF4-FFF2-40B4-BE49-F238E27FC236}">
                  <a16:creationId xmlns:a16="http://schemas.microsoft.com/office/drawing/2014/main" id="{D9E8F4F2-FBB1-3044-4D9A-5753ECDF5739}"/>
                </a:ext>
              </a:extLst>
            </p:cNvPr>
            <p:cNvSpPr/>
            <p:nvPr/>
          </p:nvSpPr>
          <p:spPr>
            <a:xfrm rot="11399011">
              <a:off x="14206946" y="12232777"/>
              <a:ext cx="614262" cy="647128"/>
            </a:xfrm>
            <a:prstGeom prst="triangle">
              <a:avLst>
                <a:gd name="adj" fmla="val 0"/>
              </a:avLst>
            </a:prstGeom>
            <a:solidFill>
              <a:srgbClr val="FF930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riangle 65">
              <a:extLst>
                <a:ext uri="{FF2B5EF4-FFF2-40B4-BE49-F238E27FC236}">
                  <a16:creationId xmlns:a16="http://schemas.microsoft.com/office/drawing/2014/main" id="{C2E2856D-A77C-9E98-DFB3-1AF482D3D5A9}"/>
                </a:ext>
              </a:extLst>
            </p:cNvPr>
            <p:cNvSpPr/>
            <p:nvPr/>
          </p:nvSpPr>
          <p:spPr>
            <a:xfrm rot="11515207">
              <a:off x="16869766" y="11701265"/>
              <a:ext cx="530587" cy="752407"/>
            </a:xfrm>
            <a:prstGeom prst="triangle">
              <a:avLst>
                <a:gd name="adj" fmla="val 0"/>
              </a:avLst>
            </a:prstGeom>
            <a:solidFill>
              <a:srgbClr val="FF930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riangle 66">
              <a:extLst>
                <a:ext uri="{FF2B5EF4-FFF2-40B4-BE49-F238E27FC236}">
                  <a16:creationId xmlns:a16="http://schemas.microsoft.com/office/drawing/2014/main" id="{155A5331-966E-92CF-5BB8-5F5CC705FA1E}"/>
                </a:ext>
              </a:extLst>
            </p:cNvPr>
            <p:cNvSpPr/>
            <p:nvPr/>
          </p:nvSpPr>
          <p:spPr>
            <a:xfrm rot="6077610">
              <a:off x="16933233" y="11682458"/>
              <a:ext cx="1396134" cy="339667"/>
            </a:xfrm>
            <a:prstGeom prst="triangle">
              <a:avLst>
                <a:gd name="adj" fmla="val 8253"/>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riangle 67">
              <a:extLst>
                <a:ext uri="{FF2B5EF4-FFF2-40B4-BE49-F238E27FC236}">
                  <a16:creationId xmlns:a16="http://schemas.microsoft.com/office/drawing/2014/main" id="{DACE222D-8D61-8C49-86D4-6A7860D4BD8E}"/>
                </a:ext>
              </a:extLst>
            </p:cNvPr>
            <p:cNvSpPr/>
            <p:nvPr/>
          </p:nvSpPr>
          <p:spPr>
            <a:xfrm rot="10800000">
              <a:off x="17602773" y="11138875"/>
              <a:ext cx="389188" cy="181331"/>
            </a:xfrm>
            <a:prstGeom prst="triangle">
              <a:avLst>
                <a:gd name="adj" fmla="val 16138"/>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riangle 68">
              <a:extLst>
                <a:ext uri="{FF2B5EF4-FFF2-40B4-BE49-F238E27FC236}">
                  <a16:creationId xmlns:a16="http://schemas.microsoft.com/office/drawing/2014/main" id="{6DACF621-556B-90B7-966F-D040E580C2EB}"/>
                </a:ext>
              </a:extLst>
            </p:cNvPr>
            <p:cNvSpPr/>
            <p:nvPr/>
          </p:nvSpPr>
          <p:spPr>
            <a:xfrm rot="17269203">
              <a:off x="15896181" y="10696019"/>
              <a:ext cx="878810" cy="1350305"/>
            </a:xfrm>
            <a:prstGeom prst="triangle">
              <a:avLst>
                <a:gd name="adj" fmla="val 53870"/>
              </a:avLst>
            </a:prstGeom>
            <a:solidFill>
              <a:srgbClr val="FF0000">
                <a:alpha val="3411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Triangle 69">
              <a:extLst>
                <a:ext uri="{FF2B5EF4-FFF2-40B4-BE49-F238E27FC236}">
                  <a16:creationId xmlns:a16="http://schemas.microsoft.com/office/drawing/2014/main" id="{5CBBF851-067A-7C49-9011-7B81A7DD342A}"/>
                </a:ext>
              </a:extLst>
            </p:cNvPr>
            <p:cNvSpPr/>
            <p:nvPr/>
          </p:nvSpPr>
          <p:spPr>
            <a:xfrm rot="849984">
              <a:off x="16036055" y="11718309"/>
              <a:ext cx="1210492" cy="614674"/>
            </a:xfrm>
            <a:prstGeom prst="triangle">
              <a:avLst>
                <a:gd name="adj" fmla="val 20695"/>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Triangle 70">
              <a:extLst>
                <a:ext uri="{FF2B5EF4-FFF2-40B4-BE49-F238E27FC236}">
                  <a16:creationId xmlns:a16="http://schemas.microsoft.com/office/drawing/2014/main" id="{D9CF1694-AC3D-28BC-5C84-1146F9DE99B3}"/>
                </a:ext>
              </a:extLst>
            </p:cNvPr>
            <p:cNvSpPr/>
            <p:nvPr/>
          </p:nvSpPr>
          <p:spPr>
            <a:xfrm rot="9592922">
              <a:off x="16601593" y="10700231"/>
              <a:ext cx="1136164" cy="406460"/>
            </a:xfrm>
            <a:prstGeom prst="triangle">
              <a:avLst>
                <a:gd name="adj" fmla="val 57810"/>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riangle 71">
              <a:extLst>
                <a:ext uri="{FF2B5EF4-FFF2-40B4-BE49-F238E27FC236}">
                  <a16:creationId xmlns:a16="http://schemas.microsoft.com/office/drawing/2014/main" id="{09419F4C-E66A-5824-FC37-E41388FA492B}"/>
                </a:ext>
              </a:extLst>
            </p:cNvPr>
            <p:cNvSpPr/>
            <p:nvPr/>
          </p:nvSpPr>
          <p:spPr>
            <a:xfrm rot="12503451">
              <a:off x="15200520" y="10768326"/>
              <a:ext cx="1564480" cy="288848"/>
            </a:xfrm>
            <a:prstGeom prst="triangle">
              <a:avLst>
                <a:gd name="adj" fmla="val 37198"/>
              </a:avLst>
            </a:prstGeom>
            <a:solidFill>
              <a:srgbClr val="F4B183">
                <a:alpha val="6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Triangle 72">
              <a:extLst>
                <a:ext uri="{FF2B5EF4-FFF2-40B4-BE49-F238E27FC236}">
                  <a16:creationId xmlns:a16="http://schemas.microsoft.com/office/drawing/2014/main" id="{85F02DED-4882-0FE3-349C-D4FE89006B04}"/>
                </a:ext>
              </a:extLst>
            </p:cNvPr>
            <p:cNvSpPr/>
            <p:nvPr/>
          </p:nvSpPr>
          <p:spPr>
            <a:xfrm rot="14492482">
              <a:off x="16774215" y="11326056"/>
              <a:ext cx="678549" cy="417620"/>
            </a:xfrm>
            <a:prstGeom prst="triangle">
              <a:avLst>
                <a:gd name="adj" fmla="val 44778"/>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riangle 73">
              <a:extLst>
                <a:ext uri="{FF2B5EF4-FFF2-40B4-BE49-F238E27FC236}">
                  <a16:creationId xmlns:a16="http://schemas.microsoft.com/office/drawing/2014/main" id="{2A96CF47-1F56-1B39-7002-9987AC54073F}"/>
                </a:ext>
              </a:extLst>
            </p:cNvPr>
            <p:cNvSpPr/>
            <p:nvPr/>
          </p:nvSpPr>
          <p:spPr>
            <a:xfrm rot="11653754">
              <a:off x="15893175" y="12339040"/>
              <a:ext cx="1379605" cy="426280"/>
            </a:xfrm>
            <a:prstGeom prst="triangle">
              <a:avLst>
                <a:gd name="adj" fmla="val 0"/>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Triangle 74">
              <a:extLst>
                <a:ext uri="{FF2B5EF4-FFF2-40B4-BE49-F238E27FC236}">
                  <a16:creationId xmlns:a16="http://schemas.microsoft.com/office/drawing/2014/main" id="{7BC57398-AE03-97CD-AB0F-A24AB3290044}"/>
                </a:ext>
              </a:extLst>
            </p:cNvPr>
            <p:cNvSpPr/>
            <p:nvPr/>
          </p:nvSpPr>
          <p:spPr>
            <a:xfrm rot="226766">
              <a:off x="14752523" y="12657435"/>
              <a:ext cx="1264155" cy="639014"/>
            </a:xfrm>
            <a:prstGeom prst="triangle">
              <a:avLst>
                <a:gd name="adj" fmla="val 2464"/>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Triangle 75">
              <a:extLst>
                <a:ext uri="{FF2B5EF4-FFF2-40B4-BE49-F238E27FC236}">
                  <a16:creationId xmlns:a16="http://schemas.microsoft.com/office/drawing/2014/main" id="{23341EC2-B81A-B44C-9420-D9E8629B6A8D}"/>
                </a:ext>
              </a:extLst>
            </p:cNvPr>
            <p:cNvSpPr/>
            <p:nvPr/>
          </p:nvSpPr>
          <p:spPr>
            <a:xfrm rot="481611">
              <a:off x="14126009" y="11588357"/>
              <a:ext cx="776602" cy="639014"/>
            </a:xfrm>
            <a:prstGeom prst="triangle">
              <a:avLst>
                <a:gd name="adj" fmla="val 51746"/>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Triangle 76">
              <a:extLst>
                <a:ext uri="{FF2B5EF4-FFF2-40B4-BE49-F238E27FC236}">
                  <a16:creationId xmlns:a16="http://schemas.microsoft.com/office/drawing/2014/main" id="{5C682324-7BFF-66F7-D92A-777E7DC5C42F}"/>
                </a:ext>
              </a:extLst>
            </p:cNvPr>
            <p:cNvSpPr/>
            <p:nvPr/>
          </p:nvSpPr>
          <p:spPr>
            <a:xfrm rot="2630011">
              <a:off x="18070049" y="9728730"/>
              <a:ext cx="1841220" cy="888187"/>
            </a:xfrm>
            <a:prstGeom prst="triangle">
              <a:avLst>
                <a:gd name="adj" fmla="val 37818"/>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Triangle 77">
              <a:extLst>
                <a:ext uri="{FF2B5EF4-FFF2-40B4-BE49-F238E27FC236}">
                  <a16:creationId xmlns:a16="http://schemas.microsoft.com/office/drawing/2014/main" id="{171770F4-204F-F488-AF0B-D37EB5370642}"/>
                </a:ext>
              </a:extLst>
            </p:cNvPr>
            <p:cNvSpPr/>
            <p:nvPr/>
          </p:nvSpPr>
          <p:spPr>
            <a:xfrm rot="9303268">
              <a:off x="17329674" y="12175371"/>
              <a:ext cx="1582261" cy="481807"/>
            </a:xfrm>
            <a:prstGeom prst="triangle">
              <a:avLst>
                <a:gd name="adj" fmla="val 57742"/>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riangle 78">
              <a:extLst>
                <a:ext uri="{FF2B5EF4-FFF2-40B4-BE49-F238E27FC236}">
                  <a16:creationId xmlns:a16="http://schemas.microsoft.com/office/drawing/2014/main" id="{9651AAD6-55A3-52A5-C72F-118B555C2C22}"/>
                </a:ext>
              </a:extLst>
            </p:cNvPr>
            <p:cNvSpPr/>
            <p:nvPr/>
          </p:nvSpPr>
          <p:spPr>
            <a:xfrm rot="21116598">
              <a:off x="17270717" y="12474069"/>
              <a:ext cx="911282" cy="297347"/>
            </a:xfrm>
            <a:prstGeom prst="triangle">
              <a:avLst>
                <a:gd name="adj" fmla="val 5516"/>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riangle 79">
              <a:extLst>
                <a:ext uri="{FF2B5EF4-FFF2-40B4-BE49-F238E27FC236}">
                  <a16:creationId xmlns:a16="http://schemas.microsoft.com/office/drawing/2014/main" id="{09F68248-8E74-8CA5-37F5-034867D334EA}"/>
                </a:ext>
              </a:extLst>
            </p:cNvPr>
            <p:cNvSpPr/>
            <p:nvPr/>
          </p:nvSpPr>
          <p:spPr>
            <a:xfrm rot="7620721">
              <a:off x="18334388" y="12063668"/>
              <a:ext cx="670450" cy="347949"/>
            </a:xfrm>
            <a:prstGeom prst="triangle">
              <a:avLst>
                <a:gd name="adj" fmla="val 7038"/>
              </a:avLst>
            </a:prstGeom>
            <a:solidFill>
              <a:srgbClr val="FF930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Triangle 80">
              <a:extLst>
                <a:ext uri="{FF2B5EF4-FFF2-40B4-BE49-F238E27FC236}">
                  <a16:creationId xmlns:a16="http://schemas.microsoft.com/office/drawing/2014/main" id="{C4EF1480-BF17-7FCE-FB81-3362EB3BD694}"/>
                </a:ext>
              </a:extLst>
            </p:cNvPr>
            <p:cNvSpPr/>
            <p:nvPr/>
          </p:nvSpPr>
          <p:spPr>
            <a:xfrm rot="2630011">
              <a:off x="15452381" y="9010879"/>
              <a:ext cx="1610521" cy="888187"/>
            </a:xfrm>
            <a:prstGeom prst="triangle">
              <a:avLst>
                <a:gd name="adj" fmla="val 31003"/>
              </a:avLst>
            </a:prstGeom>
            <a:solidFill>
              <a:srgbClr val="FFD966">
                <a:alpha val="4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riangle 81">
              <a:extLst>
                <a:ext uri="{FF2B5EF4-FFF2-40B4-BE49-F238E27FC236}">
                  <a16:creationId xmlns:a16="http://schemas.microsoft.com/office/drawing/2014/main" id="{972E9DFD-A058-B930-B9E3-EB988F98063D}"/>
                </a:ext>
              </a:extLst>
            </p:cNvPr>
            <p:cNvSpPr/>
            <p:nvPr/>
          </p:nvSpPr>
          <p:spPr>
            <a:xfrm rot="1115117">
              <a:off x="14871951" y="9200082"/>
              <a:ext cx="876239" cy="639961"/>
            </a:xfrm>
            <a:prstGeom prst="triangle">
              <a:avLst>
                <a:gd name="adj" fmla="val 45916"/>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Triangle 82">
              <a:extLst>
                <a:ext uri="{FF2B5EF4-FFF2-40B4-BE49-F238E27FC236}">
                  <a16:creationId xmlns:a16="http://schemas.microsoft.com/office/drawing/2014/main" id="{AFACA206-CB7B-D7CA-4571-A9410E76E38C}"/>
                </a:ext>
              </a:extLst>
            </p:cNvPr>
            <p:cNvSpPr/>
            <p:nvPr/>
          </p:nvSpPr>
          <p:spPr>
            <a:xfrm rot="13728498">
              <a:off x="16185686" y="9628145"/>
              <a:ext cx="876239" cy="639961"/>
            </a:xfrm>
            <a:prstGeom prst="triangle">
              <a:avLst>
                <a:gd name="adj" fmla="val 22189"/>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4" name="Triangle 83">
              <a:extLst>
                <a:ext uri="{FF2B5EF4-FFF2-40B4-BE49-F238E27FC236}">
                  <a16:creationId xmlns:a16="http://schemas.microsoft.com/office/drawing/2014/main" id="{526628D0-9021-F84B-3594-6AE979D8617F}"/>
                </a:ext>
              </a:extLst>
            </p:cNvPr>
            <p:cNvSpPr/>
            <p:nvPr/>
          </p:nvSpPr>
          <p:spPr>
            <a:xfrm rot="16402398">
              <a:off x="15801209" y="9574556"/>
              <a:ext cx="1288285" cy="238962"/>
            </a:xfrm>
            <a:prstGeom prst="triangle">
              <a:avLst>
                <a:gd name="adj" fmla="val 100000"/>
              </a:avLst>
            </a:prstGeom>
            <a:solidFill>
              <a:srgbClr val="FFC000">
                <a:alpha val="5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Triangle 84">
              <a:extLst>
                <a:ext uri="{FF2B5EF4-FFF2-40B4-BE49-F238E27FC236}">
                  <a16:creationId xmlns:a16="http://schemas.microsoft.com/office/drawing/2014/main" id="{B34DE98A-8A30-230E-7955-96AF7849EEF9}"/>
                </a:ext>
              </a:extLst>
            </p:cNvPr>
            <p:cNvSpPr/>
            <p:nvPr/>
          </p:nvSpPr>
          <p:spPr>
            <a:xfrm rot="3816662">
              <a:off x="17147724" y="11137519"/>
              <a:ext cx="713674" cy="438680"/>
            </a:xfrm>
            <a:prstGeom prst="triangle">
              <a:avLst>
                <a:gd name="adj" fmla="val 30275"/>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Triangle 85">
              <a:extLst>
                <a:ext uri="{FF2B5EF4-FFF2-40B4-BE49-F238E27FC236}">
                  <a16:creationId xmlns:a16="http://schemas.microsoft.com/office/drawing/2014/main" id="{2F8FAA79-92C9-2EF9-842E-D6B859C3B328}"/>
                </a:ext>
              </a:extLst>
            </p:cNvPr>
            <p:cNvSpPr/>
            <p:nvPr/>
          </p:nvSpPr>
          <p:spPr>
            <a:xfrm rot="14573923">
              <a:off x="18943595" y="10278091"/>
              <a:ext cx="1332889" cy="867579"/>
            </a:xfrm>
            <a:prstGeom prst="triangle">
              <a:avLst>
                <a:gd name="adj" fmla="val 31003"/>
              </a:avLst>
            </a:prstGeom>
            <a:solidFill>
              <a:srgbClr val="FFD966">
                <a:alpha val="4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Triangle 86">
              <a:extLst>
                <a:ext uri="{FF2B5EF4-FFF2-40B4-BE49-F238E27FC236}">
                  <a16:creationId xmlns:a16="http://schemas.microsoft.com/office/drawing/2014/main" id="{CA4BFEE9-012C-4DF9-FB29-46ACA0AAAB76}"/>
                </a:ext>
              </a:extLst>
            </p:cNvPr>
            <p:cNvSpPr/>
            <p:nvPr/>
          </p:nvSpPr>
          <p:spPr>
            <a:xfrm rot="4949250">
              <a:off x="18669306" y="10230017"/>
              <a:ext cx="1431092" cy="297347"/>
            </a:xfrm>
            <a:prstGeom prst="triangle">
              <a:avLst>
                <a:gd name="adj" fmla="val 5516"/>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riangle 87">
              <a:extLst>
                <a:ext uri="{FF2B5EF4-FFF2-40B4-BE49-F238E27FC236}">
                  <a16:creationId xmlns:a16="http://schemas.microsoft.com/office/drawing/2014/main" id="{8B96B9DC-DB69-ED28-D552-8C537BFFAE12}"/>
                </a:ext>
              </a:extLst>
            </p:cNvPr>
            <p:cNvSpPr/>
            <p:nvPr/>
          </p:nvSpPr>
          <p:spPr>
            <a:xfrm rot="1249668">
              <a:off x="18022856" y="10583766"/>
              <a:ext cx="1409513" cy="309443"/>
            </a:xfrm>
            <a:prstGeom prst="triangle">
              <a:avLst>
                <a:gd name="adj" fmla="val 0"/>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Triangle 88">
              <a:extLst>
                <a:ext uri="{FF2B5EF4-FFF2-40B4-BE49-F238E27FC236}">
                  <a16:creationId xmlns:a16="http://schemas.microsoft.com/office/drawing/2014/main" id="{D2B5817F-EED7-12FD-BF29-1F34A8A1DA59}"/>
                </a:ext>
              </a:extLst>
            </p:cNvPr>
            <p:cNvSpPr/>
            <p:nvPr/>
          </p:nvSpPr>
          <p:spPr>
            <a:xfrm rot="3737675">
              <a:off x="19469493" y="10284786"/>
              <a:ext cx="1326574" cy="309443"/>
            </a:xfrm>
            <a:prstGeom prst="triangle">
              <a:avLst>
                <a:gd name="adj" fmla="val 0"/>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Triangle 89">
              <a:extLst>
                <a:ext uri="{FF2B5EF4-FFF2-40B4-BE49-F238E27FC236}">
                  <a16:creationId xmlns:a16="http://schemas.microsoft.com/office/drawing/2014/main" id="{F2EF5C3D-0431-3CB5-1B72-AC8139B5FD70}"/>
                </a:ext>
              </a:extLst>
            </p:cNvPr>
            <p:cNvSpPr/>
            <p:nvPr/>
          </p:nvSpPr>
          <p:spPr>
            <a:xfrm rot="11590079">
              <a:off x="18422885" y="9074961"/>
              <a:ext cx="795554" cy="578123"/>
            </a:xfrm>
            <a:prstGeom prst="triangle">
              <a:avLst>
                <a:gd name="adj" fmla="val 0"/>
              </a:avLst>
            </a:prstGeom>
            <a:solidFill>
              <a:srgbClr val="FFD966">
                <a:alpha val="4392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Triangle 90">
              <a:extLst>
                <a:ext uri="{FF2B5EF4-FFF2-40B4-BE49-F238E27FC236}">
                  <a16:creationId xmlns:a16="http://schemas.microsoft.com/office/drawing/2014/main" id="{00DDD01F-9E4F-45EB-9CA4-92E5389BA942}"/>
                </a:ext>
              </a:extLst>
            </p:cNvPr>
            <p:cNvSpPr/>
            <p:nvPr/>
          </p:nvSpPr>
          <p:spPr>
            <a:xfrm rot="7179204">
              <a:off x="19240616" y="9329639"/>
              <a:ext cx="535108" cy="513624"/>
            </a:xfrm>
            <a:prstGeom prst="triangle">
              <a:avLst>
                <a:gd name="adj" fmla="val 25522"/>
              </a:avLst>
            </a:prstGeom>
            <a:solidFill>
              <a:srgbClr val="FF9300">
                <a:alpha val="3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Triangle 91">
              <a:extLst>
                <a:ext uri="{FF2B5EF4-FFF2-40B4-BE49-F238E27FC236}">
                  <a16:creationId xmlns:a16="http://schemas.microsoft.com/office/drawing/2014/main" id="{44BBCADB-290A-9302-F9EE-0A20C8D35748}"/>
                </a:ext>
              </a:extLst>
            </p:cNvPr>
            <p:cNvSpPr/>
            <p:nvPr/>
          </p:nvSpPr>
          <p:spPr>
            <a:xfrm rot="5829818">
              <a:off x="19039705" y="9327722"/>
              <a:ext cx="513443" cy="196941"/>
            </a:xfrm>
            <a:prstGeom prst="triangle">
              <a:avLst>
                <a:gd name="adj" fmla="val 8925"/>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Triangle 92">
              <a:extLst>
                <a:ext uri="{FF2B5EF4-FFF2-40B4-BE49-F238E27FC236}">
                  <a16:creationId xmlns:a16="http://schemas.microsoft.com/office/drawing/2014/main" id="{A9BDE38E-B9D7-3F41-AF73-1653A37C947D}"/>
                </a:ext>
              </a:extLst>
            </p:cNvPr>
            <p:cNvSpPr/>
            <p:nvPr/>
          </p:nvSpPr>
          <p:spPr>
            <a:xfrm rot="16023583">
              <a:off x="19408459" y="9363867"/>
              <a:ext cx="143385" cy="642734"/>
            </a:xfrm>
            <a:prstGeom prst="triangle">
              <a:avLst>
                <a:gd name="adj" fmla="val 53833"/>
              </a:avLst>
            </a:prstGeom>
            <a:solidFill>
              <a:srgbClr val="FFD966">
                <a:alpha val="4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Triangle 93">
              <a:extLst>
                <a:ext uri="{FF2B5EF4-FFF2-40B4-BE49-F238E27FC236}">
                  <a16:creationId xmlns:a16="http://schemas.microsoft.com/office/drawing/2014/main" id="{B95D134F-FA47-280A-C3D2-4AC131596C35}"/>
                </a:ext>
              </a:extLst>
            </p:cNvPr>
            <p:cNvSpPr/>
            <p:nvPr/>
          </p:nvSpPr>
          <p:spPr>
            <a:xfrm rot="5600935">
              <a:off x="18419237" y="10249800"/>
              <a:ext cx="496440" cy="1333994"/>
            </a:xfrm>
            <a:prstGeom prst="triangle">
              <a:avLst>
                <a:gd name="adj" fmla="val 87436"/>
              </a:avLst>
            </a:prstGeom>
            <a:solidFill>
              <a:srgbClr val="FFD966">
                <a:alpha val="4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Triangle 94">
              <a:extLst>
                <a:ext uri="{FF2B5EF4-FFF2-40B4-BE49-F238E27FC236}">
                  <a16:creationId xmlns:a16="http://schemas.microsoft.com/office/drawing/2014/main" id="{304BE8B3-E73B-2676-2D04-E75C140FBB6E}"/>
                </a:ext>
              </a:extLst>
            </p:cNvPr>
            <p:cNvSpPr/>
            <p:nvPr/>
          </p:nvSpPr>
          <p:spPr>
            <a:xfrm rot="10800000">
              <a:off x="14075453" y="11128100"/>
              <a:ext cx="305251" cy="381743"/>
            </a:xfrm>
            <a:prstGeom prst="triangle">
              <a:avLst>
                <a:gd name="adj" fmla="val 0"/>
              </a:avLst>
            </a:prstGeom>
            <a:solidFill>
              <a:srgbClr val="FF9300">
                <a:alpha val="6117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Triangle 95">
              <a:extLst>
                <a:ext uri="{FF2B5EF4-FFF2-40B4-BE49-F238E27FC236}">
                  <a16:creationId xmlns:a16="http://schemas.microsoft.com/office/drawing/2014/main" id="{22619B1C-5043-2DA5-AB34-393E3746CED0}"/>
                </a:ext>
              </a:extLst>
            </p:cNvPr>
            <p:cNvSpPr/>
            <p:nvPr/>
          </p:nvSpPr>
          <p:spPr>
            <a:xfrm>
              <a:off x="14092648" y="10807676"/>
              <a:ext cx="282972" cy="313649"/>
            </a:xfrm>
            <a:prstGeom prst="triangle">
              <a:avLst>
                <a:gd name="adj" fmla="val 25851"/>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Triangle 96">
              <a:extLst>
                <a:ext uri="{FF2B5EF4-FFF2-40B4-BE49-F238E27FC236}">
                  <a16:creationId xmlns:a16="http://schemas.microsoft.com/office/drawing/2014/main" id="{3F3B832F-39A6-BD31-2CAB-37615F247E71}"/>
                </a:ext>
              </a:extLst>
            </p:cNvPr>
            <p:cNvSpPr/>
            <p:nvPr/>
          </p:nvSpPr>
          <p:spPr>
            <a:xfrm rot="481611">
              <a:off x="14200394" y="10199719"/>
              <a:ext cx="468655" cy="639014"/>
            </a:xfrm>
            <a:prstGeom prst="triangle">
              <a:avLst>
                <a:gd name="adj" fmla="val 33274"/>
              </a:avLst>
            </a:prstGeom>
            <a:solidFill>
              <a:srgbClr val="FFF2CC">
                <a:alpha val="7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riangle 97">
              <a:extLst>
                <a:ext uri="{FF2B5EF4-FFF2-40B4-BE49-F238E27FC236}">
                  <a16:creationId xmlns:a16="http://schemas.microsoft.com/office/drawing/2014/main" id="{9708521C-E244-FC4A-7FA9-02A9419106E4}"/>
                </a:ext>
              </a:extLst>
            </p:cNvPr>
            <p:cNvSpPr/>
            <p:nvPr/>
          </p:nvSpPr>
          <p:spPr>
            <a:xfrm rot="13408837">
              <a:off x="14395392" y="9939280"/>
              <a:ext cx="709964" cy="571290"/>
            </a:xfrm>
            <a:prstGeom prst="triangle">
              <a:avLst>
                <a:gd name="adj" fmla="val 64801"/>
              </a:avLst>
            </a:prstGeom>
            <a:solidFill>
              <a:srgbClr val="F4B183">
                <a:alpha val="6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Triangle 98">
              <a:extLst>
                <a:ext uri="{FF2B5EF4-FFF2-40B4-BE49-F238E27FC236}">
                  <a16:creationId xmlns:a16="http://schemas.microsoft.com/office/drawing/2014/main" id="{8BAEB926-F118-EEEF-559F-702A8D01F338}"/>
                </a:ext>
              </a:extLst>
            </p:cNvPr>
            <p:cNvSpPr/>
            <p:nvPr/>
          </p:nvSpPr>
          <p:spPr>
            <a:xfrm rot="9833974">
              <a:off x="14412284" y="10106142"/>
              <a:ext cx="586275" cy="179729"/>
            </a:xfrm>
            <a:prstGeom prst="triangle">
              <a:avLst>
                <a:gd name="adj" fmla="val 96023"/>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Triangle 99">
              <a:extLst>
                <a:ext uri="{FF2B5EF4-FFF2-40B4-BE49-F238E27FC236}">
                  <a16:creationId xmlns:a16="http://schemas.microsoft.com/office/drawing/2014/main" id="{A8190DA1-D8DD-FFB4-CB05-3E5D9874AB8C}"/>
                </a:ext>
              </a:extLst>
            </p:cNvPr>
            <p:cNvSpPr/>
            <p:nvPr/>
          </p:nvSpPr>
          <p:spPr>
            <a:xfrm rot="7523007">
              <a:off x="14334535" y="9961087"/>
              <a:ext cx="513783" cy="112729"/>
            </a:xfrm>
            <a:prstGeom prst="triangle">
              <a:avLst>
                <a:gd name="adj" fmla="val 73079"/>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Triangle 100">
              <a:extLst>
                <a:ext uri="{FF2B5EF4-FFF2-40B4-BE49-F238E27FC236}">
                  <a16:creationId xmlns:a16="http://schemas.microsoft.com/office/drawing/2014/main" id="{3BD29496-365D-7878-5EDC-9554B0185DF0}"/>
                </a:ext>
              </a:extLst>
            </p:cNvPr>
            <p:cNvSpPr/>
            <p:nvPr/>
          </p:nvSpPr>
          <p:spPr>
            <a:xfrm rot="1958658">
              <a:off x="17959788" y="10400534"/>
              <a:ext cx="1584272" cy="324294"/>
            </a:xfrm>
            <a:prstGeom prst="triangle">
              <a:avLst>
                <a:gd name="adj" fmla="val 0"/>
              </a:avLst>
            </a:prstGeom>
            <a:solidFill>
              <a:srgbClr val="F4B183">
                <a:alpha val="6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Triangle 101">
              <a:extLst>
                <a:ext uri="{FF2B5EF4-FFF2-40B4-BE49-F238E27FC236}">
                  <a16:creationId xmlns:a16="http://schemas.microsoft.com/office/drawing/2014/main" id="{B803817A-CE24-5C90-5D71-1BE11A5916CD}"/>
                </a:ext>
              </a:extLst>
            </p:cNvPr>
            <p:cNvSpPr/>
            <p:nvPr/>
          </p:nvSpPr>
          <p:spPr>
            <a:xfrm rot="14782284">
              <a:off x="16536199" y="12007162"/>
              <a:ext cx="938989" cy="294251"/>
            </a:xfrm>
            <a:prstGeom prst="triangle">
              <a:avLst>
                <a:gd name="adj" fmla="val 63370"/>
              </a:avLst>
            </a:prstGeom>
            <a:solidFill>
              <a:srgbClr val="FFD966">
                <a:alpha val="6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Triangle 102">
              <a:extLst>
                <a:ext uri="{FF2B5EF4-FFF2-40B4-BE49-F238E27FC236}">
                  <a16:creationId xmlns:a16="http://schemas.microsoft.com/office/drawing/2014/main" id="{D6EE3906-EF99-1B09-DDF3-6FE7CFDF5346}"/>
                </a:ext>
              </a:extLst>
            </p:cNvPr>
            <p:cNvSpPr/>
            <p:nvPr/>
          </p:nvSpPr>
          <p:spPr>
            <a:xfrm rot="8204226">
              <a:off x="15968849" y="10241562"/>
              <a:ext cx="399003" cy="1213443"/>
            </a:xfrm>
            <a:prstGeom prst="triangle">
              <a:avLst>
                <a:gd name="adj" fmla="val 0"/>
              </a:avLst>
            </a:prstGeom>
            <a:solidFill>
              <a:srgbClr val="FF0000">
                <a:alpha val="5098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4" name="Group 103">
            <a:extLst>
              <a:ext uri="{FF2B5EF4-FFF2-40B4-BE49-F238E27FC236}">
                <a16:creationId xmlns:a16="http://schemas.microsoft.com/office/drawing/2014/main" id="{2403B29D-CA77-909F-204F-03E41147B548}"/>
              </a:ext>
            </a:extLst>
          </p:cNvPr>
          <p:cNvGrpSpPr/>
          <p:nvPr/>
        </p:nvGrpSpPr>
        <p:grpSpPr>
          <a:xfrm>
            <a:off x="4096679" y="3219960"/>
            <a:ext cx="764903" cy="343213"/>
            <a:chOff x="7269695" y="6666614"/>
            <a:chExt cx="3500233" cy="2190790"/>
          </a:xfrm>
        </p:grpSpPr>
        <p:cxnSp>
          <p:nvCxnSpPr>
            <p:cNvPr id="105" name="Straight Connector 104">
              <a:extLst>
                <a:ext uri="{FF2B5EF4-FFF2-40B4-BE49-F238E27FC236}">
                  <a16:creationId xmlns:a16="http://schemas.microsoft.com/office/drawing/2014/main" id="{C0B6E967-EF97-3791-C884-1EBAE6C2BB4A}"/>
                </a:ext>
              </a:extLst>
            </p:cNvPr>
            <p:cNvCxnSpPr>
              <a:cxnSpLocks/>
            </p:cNvCxnSpPr>
            <p:nvPr/>
          </p:nvCxnSpPr>
          <p:spPr>
            <a:xfrm flipH="1" flipV="1">
              <a:off x="9334876" y="7081912"/>
              <a:ext cx="1" cy="721944"/>
            </a:xfrm>
            <a:prstGeom prst="line">
              <a:avLst/>
            </a:prstGeom>
            <a:ln w="19050">
              <a:solidFill>
                <a:srgbClr val="9437FF"/>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425E0E2E-54A0-83CC-33A6-1F72B7E64932}"/>
                </a:ext>
              </a:extLst>
            </p:cNvPr>
            <p:cNvGrpSpPr/>
            <p:nvPr/>
          </p:nvGrpSpPr>
          <p:grpSpPr>
            <a:xfrm>
              <a:off x="7269695" y="6666614"/>
              <a:ext cx="3500233" cy="2190790"/>
              <a:chOff x="7269695" y="6666614"/>
              <a:chExt cx="3500233" cy="2190790"/>
            </a:xfrm>
          </p:grpSpPr>
          <p:cxnSp>
            <p:nvCxnSpPr>
              <p:cNvPr id="107" name="Straight Connector 106">
                <a:extLst>
                  <a:ext uri="{FF2B5EF4-FFF2-40B4-BE49-F238E27FC236}">
                    <a16:creationId xmlns:a16="http://schemas.microsoft.com/office/drawing/2014/main" id="{14C47F5D-4080-FA1F-9565-B11355D27D0C}"/>
                  </a:ext>
                </a:extLst>
              </p:cNvPr>
              <p:cNvCxnSpPr>
                <a:cxnSpLocks/>
              </p:cNvCxnSpPr>
              <p:nvPr/>
            </p:nvCxnSpPr>
            <p:spPr>
              <a:xfrm>
                <a:off x="7269695" y="8850033"/>
                <a:ext cx="143251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8" name="Arc 107">
                <a:extLst>
                  <a:ext uri="{FF2B5EF4-FFF2-40B4-BE49-F238E27FC236}">
                    <a16:creationId xmlns:a16="http://schemas.microsoft.com/office/drawing/2014/main" id="{6E20BF4C-1C63-46F7-D1F4-3451CE4A4FF5}"/>
                  </a:ext>
                </a:extLst>
              </p:cNvPr>
              <p:cNvSpPr/>
              <p:nvPr/>
            </p:nvSpPr>
            <p:spPr>
              <a:xfrm rot="4560643">
                <a:off x="7877929" y="7639189"/>
                <a:ext cx="1453654" cy="982775"/>
              </a:xfrm>
              <a:prstGeom prst="arc">
                <a:avLst>
                  <a:gd name="adj1" fmla="val 18055708"/>
                  <a:gd name="adj2" fmla="val 447513"/>
                </a:avLst>
              </a:prstGeom>
              <a:ln w="19050">
                <a:solidFill>
                  <a:srgbClr val="9437FF"/>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30628" tIns="65314" rIns="130628" bIns="65314" numCol="1" spcCol="0" rtlCol="0" fromWordArt="0" anchor="ctr" anchorCtr="0" forceAA="0" compatLnSpc="1">
                <a:prstTxWarp prst="textNoShape">
                  <a:avLst/>
                </a:prstTxWarp>
                <a:noAutofit/>
              </a:bodyPr>
              <a:lstStyle/>
              <a:p>
                <a:pPr algn="ctr"/>
                <a:endParaRPr lang="en-US" sz="4558">
                  <a:latin typeface="Arial" panose="020B0604020202020204" pitchFamily="34" charset="0"/>
                  <a:cs typeface="Arial" panose="020B0604020202020204" pitchFamily="34" charset="0"/>
                </a:endParaRPr>
              </a:p>
            </p:txBody>
          </p:sp>
          <p:cxnSp>
            <p:nvCxnSpPr>
              <p:cNvPr id="109" name="Straight Connector 108">
                <a:extLst>
                  <a:ext uri="{FF2B5EF4-FFF2-40B4-BE49-F238E27FC236}">
                    <a16:creationId xmlns:a16="http://schemas.microsoft.com/office/drawing/2014/main" id="{C82626A2-A02A-9782-B7AE-C5771E132120}"/>
                  </a:ext>
                </a:extLst>
              </p:cNvPr>
              <p:cNvCxnSpPr>
                <a:cxnSpLocks/>
              </p:cNvCxnSpPr>
              <p:nvPr/>
            </p:nvCxnSpPr>
            <p:spPr>
              <a:xfrm flipV="1">
                <a:off x="9111039" y="7082353"/>
                <a:ext cx="0" cy="1203033"/>
              </a:xfrm>
              <a:prstGeom prst="line">
                <a:avLst/>
              </a:prstGeom>
              <a:ln w="19050">
                <a:solidFill>
                  <a:srgbClr val="9437FF"/>
                </a:solidFill>
              </a:ln>
            </p:spPr>
            <p:style>
              <a:lnRef idx="1">
                <a:schemeClr val="accent1"/>
              </a:lnRef>
              <a:fillRef idx="0">
                <a:schemeClr val="accent1"/>
              </a:fillRef>
              <a:effectRef idx="0">
                <a:schemeClr val="accent1"/>
              </a:effectRef>
              <a:fontRef idx="minor">
                <a:schemeClr val="tx1"/>
              </a:fontRef>
            </p:style>
          </p:cxnSp>
          <p:sp>
            <p:nvSpPr>
              <p:cNvPr id="110" name="Arc 109">
                <a:extLst>
                  <a:ext uri="{FF2B5EF4-FFF2-40B4-BE49-F238E27FC236}">
                    <a16:creationId xmlns:a16="http://schemas.microsoft.com/office/drawing/2014/main" id="{9E0630FC-D11F-ECEE-D875-3BD94B0DC7E5}"/>
                  </a:ext>
                </a:extLst>
              </p:cNvPr>
              <p:cNvSpPr/>
              <p:nvPr/>
            </p:nvSpPr>
            <p:spPr>
              <a:xfrm rot="16200000">
                <a:off x="8789220" y="6988435"/>
                <a:ext cx="867478" cy="223836"/>
              </a:xfrm>
              <a:prstGeom prst="arc">
                <a:avLst>
                  <a:gd name="adj1" fmla="val 16200000"/>
                  <a:gd name="adj2" fmla="val 5029368"/>
                </a:avLst>
              </a:prstGeom>
              <a:ln w="19050">
                <a:solidFill>
                  <a:srgbClr val="9437FF"/>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30628" tIns="65314" rIns="130628" bIns="65314" numCol="1" spcCol="0" rtlCol="0" fromWordArt="0" anchor="ctr" anchorCtr="0" forceAA="0" compatLnSpc="1">
                <a:prstTxWarp prst="textNoShape">
                  <a:avLst/>
                </a:prstTxWarp>
                <a:noAutofit/>
              </a:bodyPr>
              <a:lstStyle/>
              <a:p>
                <a:pPr algn="ctr"/>
                <a:endParaRPr lang="en-US" sz="4558">
                  <a:latin typeface="Arial" panose="020B0604020202020204" pitchFamily="34" charset="0"/>
                  <a:cs typeface="Arial" panose="020B0604020202020204" pitchFamily="34" charset="0"/>
                </a:endParaRPr>
              </a:p>
            </p:txBody>
          </p:sp>
          <p:sp>
            <p:nvSpPr>
              <p:cNvPr id="111" name="Arc 110">
                <a:extLst>
                  <a:ext uri="{FF2B5EF4-FFF2-40B4-BE49-F238E27FC236}">
                    <a16:creationId xmlns:a16="http://schemas.microsoft.com/office/drawing/2014/main" id="{1E70C4DD-D601-DAEC-834D-6D5C1849AF55}"/>
                  </a:ext>
                </a:extLst>
              </p:cNvPr>
              <p:cNvSpPr/>
              <p:nvPr/>
            </p:nvSpPr>
            <p:spPr>
              <a:xfrm rot="9676731">
                <a:off x="9316274" y="7173167"/>
                <a:ext cx="1453654" cy="982775"/>
              </a:xfrm>
              <a:prstGeom prst="arc">
                <a:avLst>
                  <a:gd name="adj1" fmla="val 20450782"/>
                  <a:gd name="adj2" fmla="val 463514"/>
                </a:avLst>
              </a:prstGeom>
              <a:ln w="19050">
                <a:solidFill>
                  <a:srgbClr val="9437FF"/>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30628" tIns="65314" rIns="130628" bIns="65314" numCol="1" spcCol="0" rtlCol="0" fromWordArt="0" anchor="ctr" anchorCtr="0" forceAA="0" compatLnSpc="1">
                <a:prstTxWarp prst="textNoShape">
                  <a:avLst/>
                </a:prstTxWarp>
                <a:noAutofit/>
              </a:bodyPr>
              <a:lstStyle/>
              <a:p>
                <a:pPr algn="ctr"/>
                <a:endParaRPr lang="en-US" sz="4558" dirty="0">
                  <a:latin typeface="Arial" panose="020B0604020202020204" pitchFamily="34" charset="0"/>
                  <a:cs typeface="Arial" panose="020B0604020202020204" pitchFamily="34" charset="0"/>
                </a:endParaRPr>
              </a:p>
            </p:txBody>
          </p:sp>
        </p:grpSp>
      </p:grpSp>
      <p:sp>
        <p:nvSpPr>
          <p:cNvPr id="112" name="TextBox 111">
            <a:extLst>
              <a:ext uri="{FF2B5EF4-FFF2-40B4-BE49-F238E27FC236}">
                <a16:creationId xmlns:a16="http://schemas.microsoft.com/office/drawing/2014/main" id="{25106978-2775-59AA-AC49-0505098255D1}"/>
              </a:ext>
            </a:extLst>
          </p:cNvPr>
          <p:cNvSpPr txBox="1"/>
          <p:nvPr/>
        </p:nvSpPr>
        <p:spPr>
          <a:xfrm>
            <a:off x="3532859" y="3218473"/>
            <a:ext cx="396240" cy="461665"/>
          </a:xfrm>
          <a:prstGeom prst="rect">
            <a:avLst/>
          </a:prstGeom>
          <a:noFill/>
        </p:spPr>
        <p:txBody>
          <a:bodyPr wrap="square" rtlCol="0">
            <a:spAutoFit/>
          </a:bodyPr>
          <a:lstStyle/>
          <a:p>
            <a:r>
              <a:rPr lang="en-US" sz="2400" b="1" dirty="0"/>
              <a:t>+</a:t>
            </a:r>
            <a:endParaRPr lang="en-US" b="1" dirty="0"/>
          </a:p>
        </p:txBody>
      </p:sp>
      <p:cxnSp>
        <p:nvCxnSpPr>
          <p:cNvPr id="113" name="Straight Arrow Connector 112">
            <a:extLst>
              <a:ext uri="{FF2B5EF4-FFF2-40B4-BE49-F238E27FC236}">
                <a16:creationId xmlns:a16="http://schemas.microsoft.com/office/drawing/2014/main" id="{058D4AD0-73F6-4DD2-000B-BA19FD466582}"/>
              </a:ext>
            </a:extLst>
          </p:cNvPr>
          <p:cNvCxnSpPr>
            <a:cxnSpLocks/>
          </p:cNvCxnSpPr>
          <p:nvPr/>
        </p:nvCxnSpPr>
        <p:spPr>
          <a:xfrm>
            <a:off x="4877887" y="3449305"/>
            <a:ext cx="504883" cy="0"/>
          </a:xfrm>
          <a:prstGeom prst="straightConnector1">
            <a:avLst/>
          </a:prstGeom>
          <a:ln w="25400">
            <a:solidFill>
              <a:schemeClr val="tx1"/>
            </a:solidFill>
            <a:tailEnd type="triangle" w="lg" len="sm"/>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6F446A06-C9E7-CC60-CBD6-82F56FD757D3}"/>
              </a:ext>
            </a:extLst>
          </p:cNvPr>
          <p:cNvCxnSpPr>
            <a:cxnSpLocks/>
          </p:cNvCxnSpPr>
          <p:nvPr/>
        </p:nvCxnSpPr>
        <p:spPr>
          <a:xfrm>
            <a:off x="6621617" y="3912488"/>
            <a:ext cx="0" cy="390059"/>
          </a:xfrm>
          <a:prstGeom prst="straightConnector1">
            <a:avLst/>
          </a:prstGeom>
          <a:ln w="25400">
            <a:solidFill>
              <a:schemeClr val="tx1"/>
            </a:solidFill>
            <a:tailEnd type="triangle" w="lg" len="sm"/>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5E3978C8-F64D-CF76-F712-D6573BD882F2}"/>
              </a:ext>
            </a:extLst>
          </p:cNvPr>
          <p:cNvCxnSpPr>
            <a:cxnSpLocks/>
          </p:cNvCxnSpPr>
          <p:nvPr/>
        </p:nvCxnSpPr>
        <p:spPr>
          <a:xfrm flipH="1">
            <a:off x="5985345" y="5420011"/>
            <a:ext cx="350140" cy="546936"/>
          </a:xfrm>
          <a:prstGeom prst="straightConnector1">
            <a:avLst/>
          </a:prstGeom>
          <a:ln w="25400">
            <a:solidFill>
              <a:schemeClr val="tx1"/>
            </a:solidFill>
            <a:tailEnd type="triangle" w="lg" len="sm"/>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08567E66-20F0-9AAC-D9BD-4732AC2FB0D2}"/>
              </a:ext>
            </a:extLst>
          </p:cNvPr>
          <p:cNvCxnSpPr>
            <a:cxnSpLocks/>
          </p:cNvCxnSpPr>
          <p:nvPr/>
        </p:nvCxnSpPr>
        <p:spPr>
          <a:xfrm>
            <a:off x="6909699" y="5414019"/>
            <a:ext cx="361302" cy="552928"/>
          </a:xfrm>
          <a:prstGeom prst="straightConnector1">
            <a:avLst/>
          </a:prstGeom>
          <a:ln w="25400">
            <a:solidFill>
              <a:schemeClr val="tx1"/>
            </a:solidFill>
            <a:tailEnd type="triangle" w="lg" len="s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5379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up)">
                                      <p:cBhvr>
                                        <p:cTn id="29" dur="500"/>
                                        <p:tgtEl>
                                          <p:spTgt spid="9"/>
                                        </p:tgtEl>
                                      </p:cBhvr>
                                    </p:animEffect>
                                  </p:childTnLst>
                                </p:cTn>
                              </p:par>
                              <p:par>
                                <p:cTn id="30" presetID="22" presetClass="entr" presetSubtype="1"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up)">
                                      <p:cBhvr>
                                        <p:cTn id="32" dur="500"/>
                                        <p:tgtEl>
                                          <p:spTgt spid="11"/>
                                        </p:tgtEl>
                                      </p:cBhvr>
                                    </p:animEffect>
                                  </p:childTnLst>
                                </p:cTn>
                              </p:par>
                              <p:par>
                                <p:cTn id="33" presetID="22" presetClass="entr" presetSubtype="1" fill="hold" nodeType="withEffect">
                                  <p:stCondLst>
                                    <p:cond delay="0"/>
                                  </p:stCondLst>
                                  <p:childTnLst>
                                    <p:set>
                                      <p:cBhvr>
                                        <p:cTn id="34" dur="1" fill="hold">
                                          <p:stCondLst>
                                            <p:cond delay="0"/>
                                          </p:stCondLst>
                                        </p:cTn>
                                        <p:tgtEl>
                                          <p:spTgt spid="114"/>
                                        </p:tgtEl>
                                        <p:attrNameLst>
                                          <p:attrName>style.visibility</p:attrName>
                                        </p:attrNameLst>
                                      </p:cBhvr>
                                      <p:to>
                                        <p:strVal val="visible"/>
                                      </p:to>
                                    </p:set>
                                    <p:animEffect transition="in" filter="wipe(up)">
                                      <p:cBhvr>
                                        <p:cTn id="35" dur="500"/>
                                        <p:tgtEl>
                                          <p:spTgt spid="114"/>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up)">
                                      <p:cBhvr>
                                        <p:cTn id="40" dur="500"/>
                                        <p:tgtEl>
                                          <p:spTgt spid="19"/>
                                        </p:tgtEl>
                                      </p:cBhvr>
                                    </p:animEffect>
                                  </p:childTnLst>
                                </p:cTn>
                              </p:par>
                              <p:par>
                                <p:cTn id="41" presetID="22" presetClass="entr" presetSubtype="1"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up)">
                                      <p:cBhvr>
                                        <p:cTn id="43" dur="500"/>
                                        <p:tgtEl>
                                          <p:spTgt spid="26"/>
                                        </p:tgtEl>
                                      </p:cBhvr>
                                    </p:animEffect>
                                  </p:childTnLst>
                                </p:cTn>
                              </p:par>
                              <p:par>
                                <p:cTn id="44" presetID="22" presetClass="entr" presetSubtype="1" fill="hold" nodeType="withEffect">
                                  <p:stCondLst>
                                    <p:cond delay="0"/>
                                  </p:stCondLst>
                                  <p:childTnLst>
                                    <p:set>
                                      <p:cBhvr>
                                        <p:cTn id="45" dur="1" fill="hold">
                                          <p:stCondLst>
                                            <p:cond delay="0"/>
                                          </p:stCondLst>
                                        </p:cTn>
                                        <p:tgtEl>
                                          <p:spTgt spid="33"/>
                                        </p:tgtEl>
                                        <p:attrNameLst>
                                          <p:attrName>style.visibility</p:attrName>
                                        </p:attrNameLst>
                                      </p:cBhvr>
                                      <p:to>
                                        <p:strVal val="visible"/>
                                      </p:to>
                                    </p:set>
                                    <p:animEffect transition="in" filter="wipe(up)">
                                      <p:cBhvr>
                                        <p:cTn id="46" dur="500"/>
                                        <p:tgtEl>
                                          <p:spTgt spid="33"/>
                                        </p:tgtEl>
                                      </p:cBhvr>
                                    </p:animEffect>
                                  </p:childTnLst>
                                </p:cTn>
                              </p:par>
                              <p:par>
                                <p:cTn id="47" presetID="22" presetClass="entr" presetSubtype="1"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wipe(up)">
                                      <p:cBhvr>
                                        <p:cTn id="49" dur="500"/>
                                        <p:tgtEl>
                                          <p:spTgt spid="34"/>
                                        </p:tgtEl>
                                      </p:cBhvr>
                                    </p:animEffect>
                                  </p:childTnLst>
                                </p:cTn>
                              </p:par>
                              <p:par>
                                <p:cTn id="50" presetID="22" presetClass="entr" presetSubtype="1" fill="hold" nodeType="with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wipe(up)">
                                      <p:cBhvr>
                                        <p:cTn id="52" dur="500"/>
                                        <p:tgtEl>
                                          <p:spTgt spid="41"/>
                                        </p:tgtEl>
                                      </p:cBhvr>
                                    </p:animEffect>
                                  </p:childTnLst>
                                </p:cTn>
                              </p:par>
                              <p:par>
                                <p:cTn id="53" presetID="22" presetClass="entr" presetSubtype="1" fill="hold" nodeType="with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up)">
                                      <p:cBhvr>
                                        <p:cTn id="55" dur="500"/>
                                        <p:tgtEl>
                                          <p:spTgt spid="48"/>
                                        </p:tgtEl>
                                      </p:cBhvr>
                                    </p:animEffect>
                                  </p:childTnLst>
                                </p:cTn>
                              </p:par>
                              <p:par>
                                <p:cTn id="56" presetID="22" presetClass="entr" presetSubtype="1" fill="hold" nodeType="withEffect">
                                  <p:stCondLst>
                                    <p:cond delay="0"/>
                                  </p:stCondLst>
                                  <p:childTnLst>
                                    <p:set>
                                      <p:cBhvr>
                                        <p:cTn id="57" dur="1" fill="hold">
                                          <p:stCondLst>
                                            <p:cond delay="0"/>
                                          </p:stCondLst>
                                        </p:cTn>
                                        <p:tgtEl>
                                          <p:spTgt spid="115"/>
                                        </p:tgtEl>
                                        <p:attrNameLst>
                                          <p:attrName>style.visibility</p:attrName>
                                        </p:attrNameLst>
                                      </p:cBhvr>
                                      <p:to>
                                        <p:strVal val="visible"/>
                                      </p:to>
                                    </p:set>
                                    <p:animEffect transition="in" filter="wipe(up)">
                                      <p:cBhvr>
                                        <p:cTn id="58" dur="500"/>
                                        <p:tgtEl>
                                          <p:spTgt spid="115"/>
                                        </p:tgtEl>
                                      </p:cBhvr>
                                    </p:animEffect>
                                  </p:childTnLst>
                                </p:cTn>
                              </p:par>
                              <p:par>
                                <p:cTn id="59" presetID="22" presetClass="entr" presetSubtype="1" fill="hold" nodeType="withEffect">
                                  <p:stCondLst>
                                    <p:cond delay="0"/>
                                  </p:stCondLst>
                                  <p:childTnLst>
                                    <p:set>
                                      <p:cBhvr>
                                        <p:cTn id="60" dur="1" fill="hold">
                                          <p:stCondLst>
                                            <p:cond delay="0"/>
                                          </p:stCondLst>
                                        </p:cTn>
                                        <p:tgtEl>
                                          <p:spTgt spid="116"/>
                                        </p:tgtEl>
                                        <p:attrNameLst>
                                          <p:attrName>style.visibility</p:attrName>
                                        </p:attrNameLst>
                                      </p:cBhvr>
                                      <p:to>
                                        <p:strVal val="visible"/>
                                      </p:to>
                                    </p:set>
                                    <p:animEffect transition="in" filter="wipe(up)">
                                      <p:cBhvr>
                                        <p:cTn id="61" dur="5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F40AA-4D2B-575A-4A5F-D9EFA33684F8}"/>
            </a:ext>
          </a:extLst>
        </p:cNvPr>
        <p:cNvGrpSpPr/>
        <p:nvPr/>
      </p:nvGrpSpPr>
      <p:grpSpPr>
        <a:xfrm>
          <a:off x="0" y="0"/>
          <a:ext cx="0" cy="0"/>
          <a:chOff x="0" y="0"/>
          <a:chExt cx="0" cy="0"/>
        </a:xfrm>
      </p:grpSpPr>
      <p:pic>
        <p:nvPicPr>
          <p:cNvPr id="7" name="Picture 2" descr="General methodology of CRISPR-Cas9 mediated gene knockout and gene... |  Download Scientific Diagram">
            <a:extLst>
              <a:ext uri="{FF2B5EF4-FFF2-40B4-BE49-F238E27FC236}">
                <a16:creationId xmlns:a16="http://schemas.microsoft.com/office/drawing/2014/main" id="{B56AA600-22C8-0D7D-9622-B7B6113587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88" y="2142250"/>
            <a:ext cx="5667600" cy="44339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50471CF-6973-1FCD-0F77-F045EB155B77}"/>
              </a:ext>
            </a:extLst>
          </p:cNvPr>
          <p:cNvSpPr>
            <a:spLocks noGrp="1"/>
          </p:cNvSpPr>
          <p:nvPr>
            <p:ph type="ctrTitle"/>
          </p:nvPr>
        </p:nvSpPr>
        <p:spPr>
          <a:xfrm>
            <a:off x="1023938" y="167961"/>
            <a:ext cx="10477500" cy="892175"/>
          </a:xfrm>
        </p:spPr>
        <p:txBody>
          <a:bodyPr>
            <a:normAutofit/>
          </a:bodyPr>
          <a:lstStyle/>
          <a:p>
            <a:pPr algn="l"/>
            <a:r>
              <a:rPr lang="en-US" sz="2800" dirty="0">
                <a:latin typeface="Dubai" panose="020B0503030403030204" pitchFamily="34" charset="-78"/>
                <a:cs typeface="Dubai" panose="020B0503030403030204" pitchFamily="34" charset="-78"/>
              </a:rPr>
              <a:t>CRISPR-Cas9 editing – Generating Gene KOs</a:t>
            </a:r>
          </a:p>
        </p:txBody>
      </p:sp>
      <p:sp>
        <p:nvSpPr>
          <p:cNvPr id="4" name="Rounded Rectangle 3">
            <a:extLst>
              <a:ext uri="{FF2B5EF4-FFF2-40B4-BE49-F238E27FC236}">
                <a16:creationId xmlns:a16="http://schemas.microsoft.com/office/drawing/2014/main" id="{BD1B4501-F657-8D0E-E64B-DDD89A41E826}"/>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547A2B4D-7251-891F-42D8-553A192AF8D4}"/>
              </a:ext>
            </a:extLst>
          </p:cNvPr>
          <p:cNvSpPr txBox="1">
            <a:spLocks/>
          </p:cNvSpPr>
          <p:nvPr/>
        </p:nvSpPr>
        <p:spPr>
          <a:xfrm>
            <a:off x="1023938" y="1084279"/>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CRISPR-Cas9 system can be used to generate knock-out cell lines. An insertion or deletion induced by a single guide RNA is often used to generate knock-out cells, however, some cells express the target gene by skipping the disrupted exon, or by using a splicing variant, thus losing the target exon.</a:t>
            </a:r>
          </a:p>
        </p:txBody>
      </p:sp>
      <p:sp>
        <p:nvSpPr>
          <p:cNvPr id="5" name="Rectangle 4">
            <a:extLst>
              <a:ext uri="{FF2B5EF4-FFF2-40B4-BE49-F238E27FC236}">
                <a16:creationId xmlns:a16="http://schemas.microsoft.com/office/drawing/2014/main" id="{328D595D-BB9F-778F-5E9C-01FE0E84B0F1}"/>
              </a:ext>
            </a:extLst>
          </p:cNvPr>
          <p:cNvSpPr/>
          <p:nvPr/>
        </p:nvSpPr>
        <p:spPr>
          <a:xfrm>
            <a:off x="5883978" y="4213185"/>
            <a:ext cx="3618837" cy="2476854"/>
          </a:xfrm>
          <a:prstGeom prst="rect">
            <a:avLst/>
          </a:prstGeom>
          <a:solidFill>
            <a:srgbClr val="FF2600">
              <a:alpha val="14902"/>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3793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F4504-81B9-2794-B5BB-5ADC5C1CB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8C9E25-B347-422B-8BC8-0B637706781E}"/>
              </a:ext>
            </a:extLst>
          </p:cNvPr>
          <p:cNvSpPr>
            <a:spLocks noGrp="1"/>
          </p:cNvSpPr>
          <p:nvPr>
            <p:ph type="ctrTitle"/>
          </p:nvPr>
        </p:nvSpPr>
        <p:spPr>
          <a:xfrm>
            <a:off x="1023938" y="167961"/>
            <a:ext cx="10477500" cy="892175"/>
          </a:xfrm>
        </p:spPr>
        <p:txBody>
          <a:bodyPr>
            <a:normAutofit/>
          </a:bodyPr>
          <a:lstStyle/>
          <a:p>
            <a:pPr algn="l"/>
            <a:r>
              <a:rPr lang="en-US" sz="2800" dirty="0">
                <a:latin typeface="Dubai" panose="020B0503030403030204" pitchFamily="34" charset="-78"/>
                <a:cs typeface="Dubai" panose="020B0503030403030204" pitchFamily="34" charset="-78"/>
              </a:rPr>
              <a:t>CRISPR-Cas9 editing – Generating novel lines</a:t>
            </a:r>
          </a:p>
        </p:txBody>
      </p:sp>
      <p:sp>
        <p:nvSpPr>
          <p:cNvPr id="4" name="Rounded Rectangle 3">
            <a:extLst>
              <a:ext uri="{FF2B5EF4-FFF2-40B4-BE49-F238E27FC236}">
                <a16:creationId xmlns:a16="http://schemas.microsoft.com/office/drawing/2014/main" id="{9E209003-B6CC-D23A-70AB-AB1EAFAE51DB}"/>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2D4433D4-AE42-E8A8-3888-A96BB5FA8266}"/>
              </a:ext>
            </a:extLst>
          </p:cNvPr>
          <p:cNvSpPr txBox="1">
            <a:spLocks/>
          </p:cNvSpPr>
          <p:nvPr/>
        </p:nvSpPr>
        <p:spPr>
          <a:xfrm>
            <a:off x="1023938" y="1084279"/>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CRISPR/Cas9 gene knock-in or gene replacement system is designed to facilitate the insertion, removal, or replacement of a specific gene(s) within a given genome. The site-specific insertion of protein tags, modified promoters, and other regulatory sequences are also possible.</a:t>
            </a:r>
          </a:p>
        </p:txBody>
      </p:sp>
      <p:pic>
        <p:nvPicPr>
          <p:cNvPr id="3" name="Picture 2" descr="General methodology of CRISPR-Cas9 mediated gene knockout and gene... |  Download Scientific Diagram">
            <a:extLst>
              <a:ext uri="{FF2B5EF4-FFF2-40B4-BE49-F238E27FC236}">
                <a16:creationId xmlns:a16="http://schemas.microsoft.com/office/drawing/2014/main" id="{41F624A6-167E-9EEB-FF0F-69171E450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8888" y="2142250"/>
            <a:ext cx="5667600" cy="4433907"/>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0F16024C-6E27-D621-CE78-4EDDE19E001F}"/>
              </a:ext>
            </a:extLst>
          </p:cNvPr>
          <p:cNvSpPr/>
          <p:nvPr/>
        </p:nvSpPr>
        <p:spPr>
          <a:xfrm>
            <a:off x="2342124" y="4213185"/>
            <a:ext cx="3618837" cy="2476854"/>
          </a:xfrm>
          <a:prstGeom prst="rect">
            <a:avLst/>
          </a:prstGeom>
          <a:solidFill>
            <a:srgbClr val="FF2600">
              <a:alpha val="14902"/>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6082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91145-1FC3-0731-754F-B19495A712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A74200-4F82-03A3-922B-D0559A64FFA3}"/>
              </a:ext>
            </a:extLst>
          </p:cNvPr>
          <p:cNvSpPr>
            <a:spLocks noGrp="1"/>
          </p:cNvSpPr>
          <p:nvPr>
            <p:ph type="ctrTitle"/>
          </p:nvPr>
        </p:nvSpPr>
        <p:spPr>
          <a:xfrm>
            <a:off x="1023938" y="167961"/>
            <a:ext cx="10477500" cy="892175"/>
          </a:xfrm>
        </p:spPr>
        <p:txBody>
          <a:bodyPr>
            <a:normAutofit/>
          </a:bodyPr>
          <a:lstStyle/>
          <a:p>
            <a:pPr algn="l"/>
            <a:r>
              <a:rPr lang="en-US" sz="2800" dirty="0">
                <a:latin typeface="Dubai" panose="020B0503030403030204" pitchFamily="34" charset="-78"/>
                <a:cs typeface="Dubai" panose="020B0503030403030204" pitchFamily="34" charset="-78"/>
              </a:rPr>
              <a:t>CRISPR-Cas9 edits - how to validate them </a:t>
            </a:r>
          </a:p>
        </p:txBody>
      </p:sp>
      <p:sp>
        <p:nvSpPr>
          <p:cNvPr id="4" name="Rounded Rectangle 3">
            <a:extLst>
              <a:ext uri="{FF2B5EF4-FFF2-40B4-BE49-F238E27FC236}">
                <a16:creationId xmlns:a16="http://schemas.microsoft.com/office/drawing/2014/main" id="{240F8EF0-141E-8C66-2499-6767DC2AD09E}"/>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1642E77F-D6C9-5BB4-3841-8BE2CF80E6D1}"/>
              </a:ext>
            </a:extLst>
          </p:cNvPr>
          <p:cNvSpPr txBox="1">
            <a:spLocks/>
          </p:cNvSpPr>
          <p:nvPr/>
        </p:nvSpPr>
        <p:spPr>
          <a:xfrm>
            <a:off x="1023938" y="1084279"/>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The simplest but often the least specific method of identifying successful CRISPR genome editing is to observe phenotypes of edited cells. In some experiments, the expected phenotype from the gene editing process is known. </a:t>
            </a:r>
          </a:p>
        </p:txBody>
      </p:sp>
      <p:pic>
        <p:nvPicPr>
          <p:cNvPr id="5122" name="Picture 2" descr="ArciTect™ CRISPR-Cas9 Genome Editing System">
            <a:extLst>
              <a:ext uri="{FF2B5EF4-FFF2-40B4-BE49-F238E27FC236}">
                <a16:creationId xmlns:a16="http://schemas.microsoft.com/office/drawing/2014/main" id="{208A739D-931E-A5EE-F546-CB100DA7C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2701" y="2146139"/>
            <a:ext cx="9980023" cy="458327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0EB4578B-A0EF-779A-7D1C-F68D1BD7BD02}"/>
              </a:ext>
            </a:extLst>
          </p:cNvPr>
          <p:cNvSpPr/>
          <p:nvPr/>
        </p:nvSpPr>
        <p:spPr>
          <a:xfrm>
            <a:off x="6643868" y="4629872"/>
            <a:ext cx="1018572" cy="1879621"/>
          </a:xfrm>
          <a:prstGeom prst="rect">
            <a:avLst/>
          </a:prstGeom>
          <a:solidFill>
            <a:srgbClr val="FF2600">
              <a:alpha val="14902"/>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CB52F21-49E2-68F1-3B54-289F6AF12E01}"/>
              </a:ext>
            </a:extLst>
          </p:cNvPr>
          <p:cNvSpPr/>
          <p:nvPr/>
        </p:nvSpPr>
        <p:spPr>
          <a:xfrm>
            <a:off x="7490748" y="2363164"/>
            <a:ext cx="3053789" cy="1879621"/>
          </a:xfrm>
          <a:prstGeom prst="rect">
            <a:avLst/>
          </a:prstGeom>
          <a:solidFill>
            <a:srgbClr val="FF2600">
              <a:alpha val="14902"/>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0671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0B312-F179-6BD3-2262-239ECAB03C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D96A77-9C06-1FA4-1C01-7797C0121A73}"/>
              </a:ext>
            </a:extLst>
          </p:cNvPr>
          <p:cNvSpPr>
            <a:spLocks noGrp="1"/>
          </p:cNvSpPr>
          <p:nvPr>
            <p:ph type="ctrTitle"/>
          </p:nvPr>
        </p:nvSpPr>
        <p:spPr>
          <a:xfrm>
            <a:off x="1023938" y="167961"/>
            <a:ext cx="10477500" cy="892175"/>
          </a:xfrm>
        </p:spPr>
        <p:txBody>
          <a:bodyPr>
            <a:normAutofit/>
          </a:bodyPr>
          <a:lstStyle/>
          <a:p>
            <a:pPr algn="l"/>
            <a:r>
              <a:rPr lang="en-US" sz="2800" dirty="0">
                <a:latin typeface="Dubai" panose="020B0503030403030204" pitchFamily="34" charset="-78"/>
                <a:cs typeface="Dubai" panose="020B0503030403030204" pitchFamily="34" charset="-78"/>
              </a:rPr>
              <a:t>CRISPR-Cas9 edits - how to validate them </a:t>
            </a:r>
          </a:p>
        </p:txBody>
      </p:sp>
      <p:sp>
        <p:nvSpPr>
          <p:cNvPr id="4" name="Rounded Rectangle 3">
            <a:extLst>
              <a:ext uri="{FF2B5EF4-FFF2-40B4-BE49-F238E27FC236}">
                <a16:creationId xmlns:a16="http://schemas.microsoft.com/office/drawing/2014/main" id="{BBE8E782-5D8B-1145-E766-2A1373F523AF}"/>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CADE4577-84E2-4B26-8032-58E92BD5CD59}"/>
              </a:ext>
            </a:extLst>
          </p:cNvPr>
          <p:cNvSpPr txBox="1">
            <a:spLocks/>
          </p:cNvSpPr>
          <p:nvPr/>
        </p:nvSpPr>
        <p:spPr>
          <a:xfrm>
            <a:off x="1023938" y="1084279"/>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A more in depth view of the genomic edit that translates to the phenotype can be determined by investigating the genetic contact in and around the edited sites. </a:t>
            </a:r>
          </a:p>
        </p:txBody>
      </p:sp>
      <p:pic>
        <p:nvPicPr>
          <p:cNvPr id="5122" name="Picture 2" descr="ArciTect™ CRISPR-Cas9 Genome Editing System">
            <a:extLst>
              <a:ext uri="{FF2B5EF4-FFF2-40B4-BE49-F238E27FC236}">
                <a16:creationId xmlns:a16="http://schemas.microsoft.com/office/drawing/2014/main" id="{B6CB9185-8FE1-EEB1-009A-ECBEA611A6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2701" y="2146139"/>
            <a:ext cx="9980023" cy="458327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DBDB6C8-91B6-7C2F-E3BB-4DB96D8E4A76}"/>
              </a:ext>
            </a:extLst>
          </p:cNvPr>
          <p:cNvSpPr/>
          <p:nvPr/>
        </p:nvSpPr>
        <p:spPr>
          <a:xfrm>
            <a:off x="7872712" y="4550779"/>
            <a:ext cx="3435754" cy="1879621"/>
          </a:xfrm>
          <a:prstGeom prst="rect">
            <a:avLst/>
          </a:prstGeom>
          <a:solidFill>
            <a:srgbClr val="FF2600">
              <a:alpha val="14902"/>
            </a:srgbClr>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5165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009B9-EB07-9605-0633-E7EE73725B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2F1832-2683-7FFE-54A2-D6F60D5B4D0F}"/>
              </a:ext>
            </a:extLst>
          </p:cNvPr>
          <p:cNvSpPr>
            <a:spLocks noGrp="1"/>
          </p:cNvSpPr>
          <p:nvPr>
            <p:ph type="ctrTitle"/>
          </p:nvPr>
        </p:nvSpPr>
        <p:spPr>
          <a:xfrm>
            <a:off x="1023938" y="314325"/>
            <a:ext cx="10477500" cy="892175"/>
          </a:xfrm>
        </p:spPr>
        <p:txBody>
          <a:bodyPr>
            <a:normAutofit/>
          </a:bodyPr>
          <a:lstStyle/>
          <a:p>
            <a:pPr algn="l"/>
            <a:r>
              <a:rPr lang="en-US" sz="2800" dirty="0">
                <a:latin typeface="Dubai" panose="020B0503030403030204" pitchFamily="34" charset="-78"/>
                <a:cs typeface="Dubai" panose="020B0503030403030204" pitchFamily="34" charset="-78"/>
              </a:rPr>
              <a:t>CRISPR-Cas9 edits – what are the methods are available and what do they provide </a:t>
            </a:r>
          </a:p>
        </p:txBody>
      </p:sp>
      <p:sp>
        <p:nvSpPr>
          <p:cNvPr id="4" name="Rounded Rectangle 3">
            <a:extLst>
              <a:ext uri="{FF2B5EF4-FFF2-40B4-BE49-F238E27FC236}">
                <a16:creationId xmlns:a16="http://schemas.microsoft.com/office/drawing/2014/main" id="{7B7C810B-A43F-1192-1C7E-8FE3FEC03143}"/>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C572D9AF-499C-7601-A3BC-9677906A4074}"/>
              </a:ext>
            </a:extLst>
          </p:cNvPr>
          <p:cNvSpPr txBox="1">
            <a:spLocks/>
          </p:cNvSpPr>
          <p:nvPr/>
        </p:nvSpPr>
        <p:spPr>
          <a:xfrm>
            <a:off x="1023938" y="1423913"/>
            <a:ext cx="10877550" cy="4846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sz="2000" dirty="0">
                <a:latin typeface="Dubai" panose="020B0503030403030204" pitchFamily="34" charset="-78"/>
                <a:cs typeface="Dubai" panose="020B0503030403030204" pitchFamily="34" charset="-78"/>
              </a:rPr>
              <a:t>To determine the edits and its subsequent effects a range of techniques are available </a:t>
            </a:r>
          </a:p>
          <a:p>
            <a:pPr algn="l"/>
            <a:endParaRPr lang="en-GB" sz="2000" dirty="0">
              <a:latin typeface="Dubai" panose="020B0503030403030204" pitchFamily="34" charset="-78"/>
              <a:cs typeface="Dubai" panose="020B0503030403030204" pitchFamily="34" charset="-78"/>
            </a:endParaRPr>
          </a:p>
          <a:p>
            <a:pPr algn="l"/>
            <a:endParaRPr lang="en-GB" sz="2000" dirty="0">
              <a:latin typeface="Dubai" panose="020B0503030403030204" pitchFamily="34" charset="-78"/>
              <a:cs typeface="Dubai" panose="020B0503030403030204" pitchFamily="34" charset="-78"/>
            </a:endParaRPr>
          </a:p>
        </p:txBody>
      </p:sp>
      <p:pic>
        <p:nvPicPr>
          <p:cNvPr id="5" name="Picture 4" descr="A diagram of a graph&#10;&#10;Description automatically generated with medium confidence">
            <a:extLst>
              <a:ext uri="{FF2B5EF4-FFF2-40B4-BE49-F238E27FC236}">
                <a16:creationId xmlns:a16="http://schemas.microsoft.com/office/drawing/2014/main" id="{8F9EF88A-0693-A8A0-9074-3874C057E94A}"/>
              </a:ext>
            </a:extLst>
          </p:cNvPr>
          <p:cNvPicPr>
            <a:picLocks noChangeAspect="1"/>
          </p:cNvPicPr>
          <p:nvPr/>
        </p:nvPicPr>
        <p:blipFill>
          <a:blip r:embed="rId2"/>
          <a:stretch>
            <a:fillRect/>
          </a:stretch>
        </p:blipFill>
        <p:spPr>
          <a:xfrm>
            <a:off x="1538050" y="2181497"/>
            <a:ext cx="10194573" cy="4306467"/>
          </a:xfrm>
          <a:prstGeom prst="rect">
            <a:avLst/>
          </a:prstGeom>
        </p:spPr>
      </p:pic>
    </p:spTree>
    <p:extLst>
      <p:ext uri="{BB962C8B-B14F-4D97-AF65-F5344CB8AC3E}">
        <p14:creationId xmlns:p14="http://schemas.microsoft.com/office/powerpoint/2010/main" val="3108617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BD3B-312D-ABAE-6572-D6BB42CBA5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DE653-5941-1DB9-D137-0934A55994E6}"/>
              </a:ext>
            </a:extLst>
          </p:cNvPr>
          <p:cNvSpPr>
            <a:spLocks noGrp="1"/>
          </p:cNvSpPr>
          <p:nvPr>
            <p:ph type="ctrTitle"/>
          </p:nvPr>
        </p:nvSpPr>
        <p:spPr>
          <a:xfrm>
            <a:off x="689020" y="186124"/>
            <a:ext cx="10477500" cy="892175"/>
          </a:xfrm>
        </p:spPr>
        <p:txBody>
          <a:bodyPr>
            <a:normAutofit/>
          </a:bodyPr>
          <a:lstStyle/>
          <a:p>
            <a:pPr algn="l"/>
            <a:r>
              <a:rPr lang="en-US" sz="2800" dirty="0">
                <a:latin typeface="Dubai" panose="020B0503030403030204" pitchFamily="34" charset="-78"/>
                <a:cs typeface="Dubai" panose="020B0503030403030204" pitchFamily="34" charset="-78"/>
              </a:rPr>
              <a:t>Understanding the outcomes of genome editing</a:t>
            </a:r>
          </a:p>
        </p:txBody>
      </p:sp>
      <p:sp>
        <p:nvSpPr>
          <p:cNvPr id="4" name="Rounded Rectangle 3">
            <a:extLst>
              <a:ext uri="{FF2B5EF4-FFF2-40B4-BE49-F238E27FC236}">
                <a16:creationId xmlns:a16="http://schemas.microsoft.com/office/drawing/2014/main" id="{1AF88750-EACD-A2F5-B6D4-F5F7BF5D32A6}"/>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7D3E2F53-FFB4-5E85-5A14-9F68530E555D}"/>
              </a:ext>
            </a:extLst>
          </p:cNvPr>
          <p:cNvSpPr txBox="1">
            <a:spLocks/>
          </p:cNvSpPr>
          <p:nvPr/>
        </p:nvSpPr>
        <p:spPr>
          <a:xfrm>
            <a:off x="689020" y="4217982"/>
            <a:ext cx="10030496" cy="433349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T7 endonuclease 1</a:t>
            </a:r>
          </a:p>
          <a:p>
            <a:pPr algn="l"/>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T7 Endonuclease I recognizes and cleaves non-perfectly matched DNA. </a:t>
            </a:r>
          </a:p>
          <a:p>
            <a:pPr marL="342900" indent="-342900" algn="l">
              <a:buFont typeface="Arial" charset="0"/>
              <a:buChar char="•"/>
            </a:pPr>
            <a:r>
              <a:rPr lang="en-US" sz="2000" dirty="0">
                <a:latin typeface="Dubai" panose="020B0503030403030204" pitchFamily="34" charset="-78"/>
                <a:cs typeface="Dubai" panose="020B0503030403030204" pitchFamily="34" charset="-78"/>
              </a:rPr>
              <a:t>PCR products are annealed and digested with T7 Endonuclease I. </a:t>
            </a:r>
          </a:p>
          <a:p>
            <a:pPr marL="342900" indent="-342900" algn="l">
              <a:buFont typeface="Arial" charset="0"/>
              <a:buChar char="•"/>
            </a:pPr>
            <a:r>
              <a:rPr lang="en-US" sz="2000" dirty="0">
                <a:latin typeface="Dubai" panose="020B0503030403030204" pitchFamily="34" charset="-78"/>
                <a:cs typeface="Dubai" panose="020B0503030403030204" pitchFamily="34" charset="-78"/>
              </a:rPr>
              <a:t>Fragments are analyzed to determine the efficiency of genome targeting.</a:t>
            </a:r>
            <a:br>
              <a:rPr lang="en-US" sz="2000" dirty="0">
                <a:latin typeface="Dubai" panose="020B0503030403030204" pitchFamily="34" charset="-78"/>
                <a:cs typeface="Dubai" panose="020B0503030403030204" pitchFamily="34" charset="-78"/>
              </a:rPr>
            </a:br>
            <a:endParaRPr lang="en-US" sz="2000" dirty="0">
              <a:latin typeface="Dubai" panose="020B0503030403030204" pitchFamily="34" charset="-78"/>
              <a:cs typeface="Dubai" panose="020B0503030403030204" pitchFamily="34" charset="-78"/>
            </a:endParaRPr>
          </a:p>
        </p:txBody>
      </p:sp>
      <p:sp>
        <p:nvSpPr>
          <p:cNvPr id="9" name="Subtitle 2">
            <a:extLst>
              <a:ext uri="{FF2B5EF4-FFF2-40B4-BE49-F238E27FC236}">
                <a16:creationId xmlns:a16="http://schemas.microsoft.com/office/drawing/2014/main" id="{A6E54C26-8A72-A335-9A8D-5A1D6793F139}"/>
              </a:ext>
            </a:extLst>
          </p:cNvPr>
          <p:cNvSpPr txBox="1">
            <a:spLocks/>
          </p:cNvSpPr>
          <p:nvPr/>
        </p:nvSpPr>
        <p:spPr>
          <a:xfrm>
            <a:off x="689019" y="1434094"/>
            <a:ext cx="8433591" cy="433349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Surveyor nuclease assay</a:t>
            </a: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r>
              <a:rPr lang="en-US" sz="2000" b="1" dirty="0">
                <a:latin typeface="Dubai" panose="020B0503030403030204" pitchFamily="34" charset="-78"/>
                <a:cs typeface="Dubai" panose="020B0503030403030204" pitchFamily="34" charset="-78"/>
              </a:rPr>
              <a:t>Surveyor</a:t>
            </a:r>
            <a:r>
              <a:rPr lang="en-US" sz="2000" dirty="0">
                <a:latin typeface="Dubai" panose="020B0503030403030204" pitchFamily="34" charset="-78"/>
                <a:cs typeface="Dubai" panose="020B0503030403030204" pitchFamily="34" charset="-78"/>
              </a:rPr>
              <a:t> nuclease </a:t>
            </a:r>
            <a:r>
              <a:rPr lang="en-US" sz="2000" b="1" dirty="0">
                <a:latin typeface="Dubai" panose="020B0503030403030204" pitchFamily="34" charset="-78"/>
                <a:cs typeface="Dubai" panose="020B0503030403030204" pitchFamily="34" charset="-78"/>
              </a:rPr>
              <a:t>assay</a:t>
            </a:r>
            <a:r>
              <a:rPr lang="en-US" sz="2000" dirty="0">
                <a:latin typeface="Dubai" panose="020B0503030403030204" pitchFamily="34" charset="-78"/>
                <a:cs typeface="Dubai" panose="020B0503030403030204" pitchFamily="34" charset="-78"/>
              </a:rPr>
              <a:t> is an enzyme mismatch cleavage </a:t>
            </a:r>
            <a:r>
              <a:rPr lang="en-US" sz="2000" b="1" dirty="0">
                <a:latin typeface="Dubai" panose="020B0503030403030204" pitchFamily="34" charset="-78"/>
                <a:cs typeface="Dubai" panose="020B0503030403030204" pitchFamily="34" charset="-78"/>
              </a:rPr>
              <a:t>assay</a:t>
            </a:r>
          </a:p>
          <a:p>
            <a:pPr marL="342900" indent="-342900" algn="l">
              <a:buFont typeface="Arial" charset="0"/>
              <a:buChar char="•"/>
            </a:pPr>
            <a:r>
              <a:rPr lang="en-US" sz="2000" dirty="0">
                <a:latin typeface="Dubai" panose="020B0503030403030204" pitchFamily="34" charset="-78"/>
                <a:cs typeface="Dubai" panose="020B0503030403030204" pitchFamily="34" charset="-78"/>
              </a:rPr>
              <a:t>Can detect single base mismatches or small insertions or deletions (</a:t>
            </a:r>
            <a:r>
              <a:rPr lang="en-US" sz="2000" dirty="0" err="1">
                <a:latin typeface="Dubai" panose="020B0503030403030204" pitchFamily="34" charset="-78"/>
                <a:cs typeface="Dubai" panose="020B0503030403030204" pitchFamily="34" charset="-78"/>
              </a:rPr>
              <a:t>indels</a:t>
            </a:r>
            <a:r>
              <a:rPr lang="en-US" sz="2000" dirty="0">
                <a:latin typeface="Dubai" panose="020B0503030403030204" pitchFamily="34" charset="-78"/>
                <a:cs typeface="Dubai" panose="020B0503030403030204" pitchFamily="34" charset="-78"/>
              </a:rPr>
              <a:t>). </a:t>
            </a:r>
          </a:p>
          <a:p>
            <a:pPr marL="342900" indent="-342900" algn="l">
              <a:buFont typeface="Arial" charset="0"/>
              <a:buChar char="•"/>
            </a:pPr>
            <a:r>
              <a:rPr lang="en-US" sz="2000" b="1" dirty="0">
                <a:latin typeface="Dubai" panose="020B0503030403030204" pitchFamily="34" charset="-78"/>
                <a:cs typeface="Dubai" panose="020B0503030403030204" pitchFamily="34" charset="-78"/>
              </a:rPr>
              <a:t>Surveyor </a:t>
            </a:r>
            <a:r>
              <a:rPr lang="en-US" sz="2000" dirty="0">
                <a:latin typeface="Dubai" panose="020B0503030403030204" pitchFamily="34" charset="-78"/>
                <a:cs typeface="Dubai" panose="020B0503030403030204" pitchFamily="34" charset="-78"/>
              </a:rPr>
              <a:t>nuclease is part of a family of mismatch-specific endonucleases that were discovered in celery (CEL nucleases).</a:t>
            </a:r>
          </a:p>
        </p:txBody>
      </p:sp>
      <p:pic>
        <p:nvPicPr>
          <p:cNvPr id="16" name="Picture 15">
            <a:extLst>
              <a:ext uri="{FF2B5EF4-FFF2-40B4-BE49-F238E27FC236}">
                <a16:creationId xmlns:a16="http://schemas.microsoft.com/office/drawing/2014/main" id="{C29F7B5D-49C9-F342-9548-3E86103EE0F4}"/>
              </a:ext>
            </a:extLst>
          </p:cNvPr>
          <p:cNvPicPr>
            <a:picLocks noChangeAspect="1"/>
          </p:cNvPicPr>
          <p:nvPr/>
        </p:nvPicPr>
        <p:blipFill rotWithShape="1">
          <a:blip r:embed="rId2">
            <a:extLst>
              <a:ext uri="{28A0092B-C50C-407E-A947-70E740481C1C}">
                <a14:useLocalDpi xmlns:a14="http://schemas.microsoft.com/office/drawing/2010/main" val="0"/>
              </a:ext>
            </a:extLst>
          </a:blip>
          <a:srcRect r="48648" b="6854"/>
          <a:stretch/>
        </p:blipFill>
        <p:spPr>
          <a:xfrm>
            <a:off x="9297281" y="186124"/>
            <a:ext cx="2305318" cy="3709982"/>
          </a:xfrm>
          <a:prstGeom prst="rect">
            <a:avLst/>
          </a:prstGeom>
        </p:spPr>
      </p:pic>
      <p:pic>
        <p:nvPicPr>
          <p:cNvPr id="17" name="Picture 16" descr="T7%20assay_example.png">
            <a:extLst>
              <a:ext uri="{FF2B5EF4-FFF2-40B4-BE49-F238E27FC236}">
                <a16:creationId xmlns:a16="http://schemas.microsoft.com/office/drawing/2014/main" id="{EB711F73-8BA7-3CAC-EE4B-CE82A182F60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297281" y="4098655"/>
            <a:ext cx="2306584" cy="2759345"/>
          </a:xfrm>
          <a:prstGeom prst="rect">
            <a:avLst/>
          </a:prstGeom>
          <a:noFill/>
          <a:ln>
            <a:noFill/>
          </a:ln>
        </p:spPr>
      </p:pic>
    </p:spTree>
    <p:extLst>
      <p:ext uri="{BB962C8B-B14F-4D97-AF65-F5344CB8AC3E}">
        <p14:creationId xmlns:p14="http://schemas.microsoft.com/office/powerpoint/2010/main" val="3317198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436F6-57ED-01DE-37AC-373BC7D83031}"/>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3EAD6A7D-7C32-19BD-AA0F-49A45E4C90FA}"/>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659A18B7-9D5D-4A6F-B38B-46111B4CF9EA}"/>
              </a:ext>
            </a:extLst>
          </p:cNvPr>
          <p:cNvSpPr txBox="1">
            <a:spLocks/>
          </p:cNvSpPr>
          <p:nvPr/>
        </p:nvSpPr>
        <p:spPr>
          <a:xfrm>
            <a:off x="689020" y="1357312"/>
            <a:ext cx="3564928"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IDAA (Indel detection by Amplicon Analysis)</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An alternative non-sequencing based proprietary method that enables sensitive and quantitative detection of </a:t>
            </a:r>
            <a:r>
              <a:rPr lang="en-US" sz="2000" dirty="0" err="1">
                <a:latin typeface="Dubai" panose="020B0503030403030204" pitchFamily="34" charset="-78"/>
                <a:cs typeface="Dubai" panose="020B0503030403030204" pitchFamily="34" charset="-78"/>
              </a:rPr>
              <a:t>InDels</a:t>
            </a:r>
            <a:r>
              <a:rPr lang="en-US" sz="2000" dirty="0">
                <a:latin typeface="Dubai" panose="020B0503030403030204" pitchFamily="34" charset="-78"/>
                <a:cs typeface="Dubai" panose="020B0503030403030204" pitchFamily="34" charset="-78"/>
              </a:rPr>
              <a:t>.</a:t>
            </a:r>
          </a:p>
          <a:p>
            <a:pPr algn="l"/>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r>
              <a:rPr lang="en-GB" sz="2000" i="0" dirty="0">
                <a:solidFill>
                  <a:srgbClr val="000000"/>
                </a:solidFill>
                <a:effectLst/>
                <a:latin typeface="Dubai" panose="020B0503030403030204" pitchFamily="34" charset="-78"/>
                <a:cs typeface="Dubai" panose="020B0503030403030204" pitchFamily="34" charset="-78"/>
              </a:rPr>
              <a:t>The methodology is based on a novel tri-primer PCR amplification method and capillary electrophoretic fragment analysis using a standard DNA sequenator instrument.</a:t>
            </a:r>
            <a:endParaRPr lang="en-US" sz="2000" dirty="0">
              <a:latin typeface="Dubai" panose="020B0503030403030204" pitchFamily="34" charset="-78"/>
              <a:cs typeface="Dubai" panose="020B0503030403030204" pitchFamily="34" charset="-78"/>
            </a:endParaRPr>
          </a:p>
        </p:txBody>
      </p:sp>
      <p:grpSp>
        <p:nvGrpSpPr>
          <p:cNvPr id="8" name="Group 7">
            <a:extLst>
              <a:ext uri="{FF2B5EF4-FFF2-40B4-BE49-F238E27FC236}">
                <a16:creationId xmlns:a16="http://schemas.microsoft.com/office/drawing/2014/main" id="{3BBE831B-A9A7-746B-BBD2-2058978FC8F8}"/>
              </a:ext>
            </a:extLst>
          </p:cNvPr>
          <p:cNvGrpSpPr/>
          <p:nvPr/>
        </p:nvGrpSpPr>
        <p:grpSpPr>
          <a:xfrm>
            <a:off x="4253948" y="1919825"/>
            <a:ext cx="7774577" cy="3866710"/>
            <a:chOff x="2207623" y="2590846"/>
            <a:chExt cx="7774577" cy="3866710"/>
          </a:xfrm>
        </p:grpSpPr>
        <p:pic>
          <p:nvPicPr>
            <p:cNvPr id="6" name="Picture 5" descr="A diagram of a dna test&#10;&#10;Description automatically generated with medium confidence">
              <a:extLst>
                <a:ext uri="{FF2B5EF4-FFF2-40B4-BE49-F238E27FC236}">
                  <a16:creationId xmlns:a16="http://schemas.microsoft.com/office/drawing/2014/main" id="{A14880A9-6A14-A26E-8C3E-3D76CB7BF1B5}"/>
                </a:ext>
              </a:extLst>
            </p:cNvPr>
            <p:cNvPicPr>
              <a:picLocks noChangeAspect="1"/>
            </p:cNvPicPr>
            <p:nvPr/>
          </p:nvPicPr>
          <p:blipFill>
            <a:blip r:embed="rId2"/>
            <a:stretch>
              <a:fillRect/>
            </a:stretch>
          </p:blipFill>
          <p:spPr>
            <a:xfrm>
              <a:off x="2209800" y="2590846"/>
              <a:ext cx="7772400" cy="3866710"/>
            </a:xfrm>
            <a:prstGeom prst="rect">
              <a:avLst/>
            </a:prstGeom>
          </p:spPr>
        </p:pic>
        <p:sp>
          <p:nvSpPr>
            <p:cNvPr id="7" name="Rectangle 6">
              <a:extLst>
                <a:ext uri="{FF2B5EF4-FFF2-40B4-BE49-F238E27FC236}">
                  <a16:creationId xmlns:a16="http://schemas.microsoft.com/office/drawing/2014/main" id="{ECD258CB-5D5E-47A4-7210-983DCBF315BE}"/>
                </a:ext>
              </a:extLst>
            </p:cNvPr>
            <p:cNvSpPr/>
            <p:nvPr/>
          </p:nvSpPr>
          <p:spPr>
            <a:xfrm>
              <a:off x="2207623" y="2677886"/>
              <a:ext cx="1110343" cy="3657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itle 1">
            <a:extLst>
              <a:ext uri="{FF2B5EF4-FFF2-40B4-BE49-F238E27FC236}">
                <a16:creationId xmlns:a16="http://schemas.microsoft.com/office/drawing/2014/main" id="{82B74A1E-02DB-AD74-6F7E-B9407CE60124}"/>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78773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A74DE1-D6DF-294D-FD56-8693B7D0BD13}"/>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1F30E36-701C-1C22-7CC5-2FEF171A1F5D}"/>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77CF1372-5A4C-A7C6-A540-CA6994C845AE}"/>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TIDE – Tracking of Indels by Decomposition </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pic>
        <p:nvPicPr>
          <p:cNvPr id="10" name="Picture 9" descr="A diagram of a graph&#10;&#10;Description automatically generated with medium confidence">
            <a:extLst>
              <a:ext uri="{FF2B5EF4-FFF2-40B4-BE49-F238E27FC236}">
                <a16:creationId xmlns:a16="http://schemas.microsoft.com/office/drawing/2014/main" id="{198805BC-C4D8-1DC0-C2FB-4E86354742E6}"/>
              </a:ext>
            </a:extLst>
          </p:cNvPr>
          <p:cNvPicPr>
            <a:picLocks noChangeAspect="1"/>
          </p:cNvPicPr>
          <p:nvPr/>
        </p:nvPicPr>
        <p:blipFill>
          <a:blip r:embed="rId2"/>
          <a:stretch>
            <a:fillRect/>
          </a:stretch>
        </p:blipFill>
        <p:spPr>
          <a:xfrm>
            <a:off x="1538050" y="2181497"/>
            <a:ext cx="10194573" cy="4306467"/>
          </a:xfrm>
          <a:prstGeom prst="rect">
            <a:avLst/>
          </a:prstGeom>
        </p:spPr>
      </p:pic>
      <p:sp>
        <p:nvSpPr>
          <p:cNvPr id="11" name="Rectangle 10">
            <a:extLst>
              <a:ext uri="{FF2B5EF4-FFF2-40B4-BE49-F238E27FC236}">
                <a16:creationId xmlns:a16="http://schemas.microsoft.com/office/drawing/2014/main" id="{FCB7506E-57A1-06BA-4B99-00FE85C24A20}"/>
              </a:ext>
            </a:extLst>
          </p:cNvPr>
          <p:cNvSpPr/>
          <p:nvPr/>
        </p:nvSpPr>
        <p:spPr>
          <a:xfrm>
            <a:off x="1650644" y="3429000"/>
            <a:ext cx="10194573" cy="725557"/>
          </a:xfrm>
          <a:prstGeom prst="rect">
            <a:avLst/>
          </a:prstGeom>
          <a:solidFill>
            <a:srgbClr val="FF0000">
              <a:alpha val="1882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F8FD90F2-84FA-B19C-A2A8-C34AF25793FC}"/>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280460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56AC6-2676-0226-6863-6BAA43D74D3D}"/>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13993D75-D64C-EFED-6CA8-F70564F4EFDF}"/>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C2EDEEAF-2DFC-4ADD-B7F0-906BA0DA37E9}"/>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TIDE – Tracking of Indels by Decomposition </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pic>
        <p:nvPicPr>
          <p:cNvPr id="10" name="Picture 9" descr="A diagram of a graph&#10;&#10;Description automatically generated with medium confidence">
            <a:extLst>
              <a:ext uri="{FF2B5EF4-FFF2-40B4-BE49-F238E27FC236}">
                <a16:creationId xmlns:a16="http://schemas.microsoft.com/office/drawing/2014/main" id="{65CC9C2E-D31B-4A2E-9E5F-D3EF60DAC1FF}"/>
              </a:ext>
            </a:extLst>
          </p:cNvPr>
          <p:cNvPicPr>
            <a:picLocks noChangeAspect="1"/>
          </p:cNvPicPr>
          <p:nvPr/>
        </p:nvPicPr>
        <p:blipFill>
          <a:blip r:embed="rId2"/>
          <a:srcRect t="28968" b="54184"/>
          <a:stretch/>
        </p:blipFill>
        <p:spPr>
          <a:xfrm>
            <a:off x="1359146" y="1977887"/>
            <a:ext cx="10194573" cy="725557"/>
          </a:xfrm>
          <a:prstGeom prst="rect">
            <a:avLst/>
          </a:prstGeom>
        </p:spPr>
      </p:pic>
      <p:sp>
        <p:nvSpPr>
          <p:cNvPr id="11" name="Rectangle 10">
            <a:extLst>
              <a:ext uri="{FF2B5EF4-FFF2-40B4-BE49-F238E27FC236}">
                <a16:creationId xmlns:a16="http://schemas.microsoft.com/office/drawing/2014/main" id="{A2045B6E-E715-CD10-D236-53CC356D18E0}"/>
              </a:ext>
            </a:extLst>
          </p:cNvPr>
          <p:cNvSpPr/>
          <p:nvPr/>
        </p:nvSpPr>
        <p:spPr>
          <a:xfrm>
            <a:off x="1471740" y="1977887"/>
            <a:ext cx="10194573" cy="725557"/>
          </a:xfrm>
          <a:prstGeom prst="rect">
            <a:avLst/>
          </a:prstGeom>
          <a:solidFill>
            <a:srgbClr val="FF0000">
              <a:alpha val="1882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0995D69-542D-816A-92D9-2F7777485474}"/>
              </a:ext>
            </a:extLst>
          </p:cNvPr>
          <p:cNvSpPr txBox="1">
            <a:spLocks/>
          </p:cNvSpPr>
          <p:nvPr/>
        </p:nvSpPr>
        <p:spPr>
          <a:xfrm>
            <a:off x="689018" y="314635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TIDE is a simple and accurate assay to precisely determine the spectrum and frequency of targeted mutations generated in a pool of cells by genome editing tools such as CRISPR/Cas9, TALENs and ZFNs.</a:t>
            </a:r>
          </a:p>
          <a:p>
            <a:pPr algn="l"/>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TIDE requires only standard molecular biology reagents and involves three simple steps: </a:t>
            </a:r>
          </a:p>
          <a:p>
            <a:pPr marL="800100" lvl="1" indent="-342900" algn="l">
              <a:buFont typeface="Arial" charset="0"/>
              <a:buChar char="•"/>
            </a:pPr>
            <a:r>
              <a:rPr lang="en-US" dirty="0">
                <a:latin typeface="Dubai" panose="020B0503030403030204" pitchFamily="34" charset="-78"/>
                <a:cs typeface="Dubai" panose="020B0503030403030204" pitchFamily="34" charset="-78"/>
              </a:rPr>
              <a:t> One pair of standard PCR reactions.</a:t>
            </a:r>
          </a:p>
          <a:p>
            <a:pPr marL="800100" lvl="1" indent="-342900" algn="l">
              <a:buFont typeface="Arial" charset="0"/>
              <a:buChar char="•"/>
            </a:pPr>
            <a:r>
              <a:rPr lang="en-US" dirty="0">
                <a:latin typeface="Dubai" panose="020B0503030403030204" pitchFamily="34" charset="-78"/>
                <a:cs typeface="Dubai" panose="020B0503030403030204" pitchFamily="34" charset="-78"/>
              </a:rPr>
              <a:t> One pair of standard capillary ("Sanger") sequencing reactions. </a:t>
            </a:r>
          </a:p>
          <a:p>
            <a:pPr marL="800100" lvl="1" indent="-342900" algn="l">
              <a:buFont typeface="Arial" charset="0"/>
              <a:buChar char="•"/>
            </a:pPr>
            <a:r>
              <a:rPr lang="en-US" dirty="0">
                <a:latin typeface="Dubai" panose="020B0503030403030204" pitchFamily="34" charset="-78"/>
                <a:cs typeface="Dubai" panose="020B0503030403030204" pitchFamily="34" charset="-78"/>
              </a:rPr>
              <a:t> Analysis of the two resulting raw sequencing files using the TIDE web tool. </a:t>
            </a:r>
          </a:p>
        </p:txBody>
      </p:sp>
      <p:sp>
        <p:nvSpPr>
          <p:cNvPr id="7" name="Title 1">
            <a:extLst>
              <a:ext uri="{FF2B5EF4-FFF2-40B4-BE49-F238E27FC236}">
                <a16:creationId xmlns:a16="http://schemas.microsoft.com/office/drawing/2014/main" id="{8787C8CA-627E-F460-CBFA-95BF565E9E66}"/>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454161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F3B29-224D-B1B6-7CBD-D9B838A0BC9B}"/>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FBE6FCEE-D4BD-6AA0-F4E4-5346936893BE}"/>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657D4D54-6E1E-2CA0-11EF-D347A871B97F}"/>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TIDE – Tracking of Indels by Decomposition </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pic>
        <p:nvPicPr>
          <p:cNvPr id="10" name="Picture 9" descr="A diagram of a graph&#10;&#10;Description automatically generated with medium confidence">
            <a:extLst>
              <a:ext uri="{FF2B5EF4-FFF2-40B4-BE49-F238E27FC236}">
                <a16:creationId xmlns:a16="http://schemas.microsoft.com/office/drawing/2014/main" id="{204DFD66-79DA-2D21-D382-5B34330261D3}"/>
              </a:ext>
            </a:extLst>
          </p:cNvPr>
          <p:cNvPicPr>
            <a:picLocks noChangeAspect="1"/>
          </p:cNvPicPr>
          <p:nvPr/>
        </p:nvPicPr>
        <p:blipFill>
          <a:blip r:embed="rId2"/>
          <a:srcRect t="28968" b="54184"/>
          <a:stretch/>
        </p:blipFill>
        <p:spPr>
          <a:xfrm>
            <a:off x="1359146" y="1977887"/>
            <a:ext cx="10194573" cy="725557"/>
          </a:xfrm>
          <a:prstGeom prst="rect">
            <a:avLst/>
          </a:prstGeom>
        </p:spPr>
      </p:pic>
      <p:sp>
        <p:nvSpPr>
          <p:cNvPr id="11" name="Rectangle 10">
            <a:extLst>
              <a:ext uri="{FF2B5EF4-FFF2-40B4-BE49-F238E27FC236}">
                <a16:creationId xmlns:a16="http://schemas.microsoft.com/office/drawing/2014/main" id="{47F913C7-CD80-B28C-46FA-73B0EB4DDF7B}"/>
              </a:ext>
            </a:extLst>
          </p:cNvPr>
          <p:cNvSpPr/>
          <p:nvPr/>
        </p:nvSpPr>
        <p:spPr>
          <a:xfrm>
            <a:off x="1471740" y="1977887"/>
            <a:ext cx="10194573" cy="725557"/>
          </a:xfrm>
          <a:prstGeom prst="rect">
            <a:avLst/>
          </a:prstGeom>
          <a:solidFill>
            <a:srgbClr val="FF0000">
              <a:alpha val="18824"/>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Description automatically generated">
            <a:extLst>
              <a:ext uri="{FF2B5EF4-FFF2-40B4-BE49-F238E27FC236}">
                <a16:creationId xmlns:a16="http://schemas.microsoft.com/office/drawing/2014/main" id="{58DE03E9-1BE1-4707-02C3-C7C49EE88579}"/>
              </a:ext>
            </a:extLst>
          </p:cNvPr>
          <p:cNvPicPr>
            <a:picLocks noChangeAspect="1"/>
          </p:cNvPicPr>
          <p:nvPr/>
        </p:nvPicPr>
        <p:blipFill>
          <a:blip r:embed="rId3"/>
          <a:srcRect l="29126" t="25294" r="26478" b="6514"/>
          <a:stretch/>
        </p:blipFill>
        <p:spPr>
          <a:xfrm>
            <a:off x="989144" y="2742011"/>
            <a:ext cx="3997395" cy="3987402"/>
          </a:xfrm>
          <a:prstGeom prst="rect">
            <a:avLst/>
          </a:prstGeom>
        </p:spPr>
      </p:pic>
      <p:pic>
        <p:nvPicPr>
          <p:cNvPr id="8" name="Picture 7" descr="A close-up of a graph&#10;&#10;Description automatically generated">
            <a:extLst>
              <a:ext uri="{FF2B5EF4-FFF2-40B4-BE49-F238E27FC236}">
                <a16:creationId xmlns:a16="http://schemas.microsoft.com/office/drawing/2014/main" id="{9F85159F-2E0A-6A22-79D8-9E7C7AF488AD}"/>
              </a:ext>
            </a:extLst>
          </p:cNvPr>
          <p:cNvPicPr>
            <a:picLocks noChangeAspect="1"/>
          </p:cNvPicPr>
          <p:nvPr/>
        </p:nvPicPr>
        <p:blipFill>
          <a:blip r:embed="rId4"/>
          <a:srcRect t="5382" r="55077" b="11811"/>
          <a:stretch/>
        </p:blipFill>
        <p:spPr>
          <a:xfrm>
            <a:off x="6456432" y="2765324"/>
            <a:ext cx="4083231" cy="1936865"/>
          </a:xfrm>
          <a:prstGeom prst="rect">
            <a:avLst/>
          </a:prstGeom>
        </p:spPr>
      </p:pic>
      <p:pic>
        <p:nvPicPr>
          <p:cNvPr id="12" name="Picture 11" descr="A close-up of a graph&#10;&#10;Description automatically generated">
            <a:extLst>
              <a:ext uri="{FF2B5EF4-FFF2-40B4-BE49-F238E27FC236}">
                <a16:creationId xmlns:a16="http://schemas.microsoft.com/office/drawing/2014/main" id="{0A992CC6-1757-F782-383C-29E8201C1832}"/>
              </a:ext>
            </a:extLst>
          </p:cNvPr>
          <p:cNvPicPr>
            <a:picLocks noChangeAspect="1"/>
          </p:cNvPicPr>
          <p:nvPr/>
        </p:nvPicPr>
        <p:blipFill>
          <a:blip r:embed="rId4"/>
          <a:srcRect l="44780" t="6605" r="1711" b="5611"/>
          <a:stretch/>
        </p:blipFill>
        <p:spPr>
          <a:xfrm>
            <a:off x="6569026" y="4747005"/>
            <a:ext cx="3970637" cy="2053245"/>
          </a:xfrm>
          <a:prstGeom prst="rect">
            <a:avLst/>
          </a:prstGeom>
        </p:spPr>
      </p:pic>
      <p:sp>
        <p:nvSpPr>
          <p:cNvPr id="15" name="Title 1">
            <a:extLst>
              <a:ext uri="{FF2B5EF4-FFF2-40B4-BE49-F238E27FC236}">
                <a16:creationId xmlns:a16="http://schemas.microsoft.com/office/drawing/2014/main" id="{522BA7E2-B2DD-42F8-BC32-C17F4F1B5DE3}"/>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3489977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7A327-7847-AC4F-082A-D176B464B2D8}"/>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41DC175F-EAD7-4968-6998-6FD1BB49C672}"/>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4998E739-33B4-B389-840B-4BDCE6349AF6}"/>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TIDE – Tracking of Indels by Decomposition </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1714500" lvl="3" indent="-342900" algn="l">
              <a:buFont typeface="Arial" charset="0"/>
              <a:buChar char="•"/>
            </a:pPr>
            <a:r>
              <a:rPr lang="en-US" sz="2000" b="1" dirty="0">
                <a:solidFill>
                  <a:schemeClr val="accent2">
                    <a:lumMod val="75000"/>
                  </a:schemeClr>
                </a:solidFill>
                <a:latin typeface="Dubai" panose="020B0503030403030204" pitchFamily="34" charset="-78"/>
                <a:cs typeface="Dubai" panose="020B0503030403030204" pitchFamily="34" charset="-78"/>
              </a:rPr>
              <a:t>Let us analyze some of the data online</a:t>
            </a:r>
          </a:p>
        </p:txBody>
      </p:sp>
      <p:sp>
        <p:nvSpPr>
          <p:cNvPr id="15" name="Title 1">
            <a:extLst>
              <a:ext uri="{FF2B5EF4-FFF2-40B4-BE49-F238E27FC236}">
                <a16:creationId xmlns:a16="http://schemas.microsoft.com/office/drawing/2014/main" id="{1D54340D-4FA6-8FED-B1C1-DDEC80CCBF86}"/>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1701189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D9EE7-CE9F-67D8-1E7E-D02CC6599281}"/>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46DE29E0-54B3-6256-1A3D-7DFD407B1B7B}"/>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DCD27BE0-6441-E1F1-6691-2DAC01D746A7}"/>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Gene knock-in thorough HDR (Homology Directed “Repair)</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pic>
        <p:nvPicPr>
          <p:cNvPr id="3" name="Google Shape;337;p5" descr="Diagram&#10;&#10;Description automatically generated">
            <a:extLst>
              <a:ext uri="{FF2B5EF4-FFF2-40B4-BE49-F238E27FC236}">
                <a16:creationId xmlns:a16="http://schemas.microsoft.com/office/drawing/2014/main" id="{6ABE217B-8AB6-9AFE-2CD3-565E7EB6A761}"/>
              </a:ext>
            </a:extLst>
          </p:cNvPr>
          <p:cNvPicPr preferRelativeResize="0"/>
          <p:nvPr/>
        </p:nvPicPr>
        <p:blipFill rotWithShape="1">
          <a:blip r:embed="rId2">
            <a:alphaModFix/>
          </a:blip>
          <a:srcRect/>
          <a:stretch/>
        </p:blipFill>
        <p:spPr>
          <a:xfrm>
            <a:off x="792487" y="1973944"/>
            <a:ext cx="4882599" cy="4416790"/>
          </a:xfrm>
          <a:prstGeom prst="rect">
            <a:avLst/>
          </a:prstGeom>
          <a:noFill/>
          <a:ln>
            <a:noFill/>
          </a:ln>
        </p:spPr>
      </p:pic>
      <p:pic>
        <p:nvPicPr>
          <p:cNvPr id="7170" name="Picture 2" descr="Generation and validation of homozygous fluorescent knock-in cells using  CRISPR–Cas9 genome editing | Nature Protocols">
            <a:extLst>
              <a:ext uri="{FF2B5EF4-FFF2-40B4-BE49-F238E27FC236}">
                <a16:creationId xmlns:a16="http://schemas.microsoft.com/office/drawing/2014/main" id="{AA1853D6-4114-1094-D76E-F954392F8B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0516" y="2213067"/>
            <a:ext cx="4226987" cy="4177667"/>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1">
            <a:extLst>
              <a:ext uri="{FF2B5EF4-FFF2-40B4-BE49-F238E27FC236}">
                <a16:creationId xmlns:a16="http://schemas.microsoft.com/office/drawing/2014/main" id="{0F0C1C7A-4529-0D68-7B1D-3D7CB4AB1CB7}"/>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Determining knock-in/ nucleotide variations</a:t>
            </a:r>
          </a:p>
        </p:txBody>
      </p:sp>
    </p:spTree>
    <p:extLst>
      <p:ext uri="{BB962C8B-B14F-4D97-AF65-F5344CB8AC3E}">
        <p14:creationId xmlns:p14="http://schemas.microsoft.com/office/powerpoint/2010/main" val="1216670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2CF58-5DE9-E267-0C7E-9574C881DC6C}"/>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DDB82C1E-4B48-0A89-8F28-F3FCE7A40BE8}"/>
              </a:ext>
            </a:extLst>
          </p:cNvPr>
          <p:cNvSpPr txBox="1">
            <a:spLocks/>
          </p:cNvSpPr>
          <p:nvPr/>
        </p:nvSpPr>
        <p:spPr>
          <a:xfrm>
            <a:off x="798286" y="163632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Example  : Creating a base change in a gene</a:t>
            </a: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1050" dirty="0">
              <a:latin typeface="Dubai" panose="020B0503030403030204" pitchFamily="34" charset="-78"/>
              <a:cs typeface="Dubai" panose="020B0503030403030204" pitchFamily="34" charset="-78"/>
            </a:endParaRPr>
          </a:p>
          <a:p>
            <a:pPr algn="l"/>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We perform the editing in cells and pick single clones of these edited cells to scrutinize for knock-in</a:t>
            </a:r>
          </a:p>
          <a:p>
            <a:pPr marL="342900" indent="-342900" algn="l">
              <a:buFont typeface="Arial" charset="0"/>
              <a:buChar char="•"/>
            </a:pPr>
            <a:r>
              <a:rPr lang="en-US" sz="2000" dirty="0">
                <a:latin typeface="Dubai" panose="020B0503030403030204" pitchFamily="34" charset="-78"/>
                <a:cs typeface="Dubai" panose="020B0503030403030204" pitchFamily="34" charset="-78"/>
              </a:rPr>
              <a:t>Multiple rounds of preliminary QCs </a:t>
            </a:r>
            <a:r>
              <a:rPr lang="en-US" dirty="0">
                <a:latin typeface="Dubai" panose="020B0503030403030204" pitchFamily="34" charset="-78"/>
                <a:cs typeface="Dubai" panose="020B0503030403030204" pitchFamily="34" charset="-78"/>
              </a:rPr>
              <a:t> </a:t>
            </a:r>
          </a:p>
        </p:txBody>
      </p:sp>
      <p:sp>
        <p:nvSpPr>
          <p:cNvPr id="4" name="Rounded Rectangle 3">
            <a:extLst>
              <a:ext uri="{FF2B5EF4-FFF2-40B4-BE49-F238E27FC236}">
                <a16:creationId xmlns:a16="http://schemas.microsoft.com/office/drawing/2014/main" id="{36843A7C-FE3B-3E47-EEC8-91A25CF63C1C}"/>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F37BAE24-AB05-5797-0466-5E2320366D60}"/>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SNP knock-in thorough HDR (Homology Directed  Repair)</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pic>
        <p:nvPicPr>
          <p:cNvPr id="9218" name="Picture 2" descr="HDR knock in Templates">
            <a:extLst>
              <a:ext uri="{FF2B5EF4-FFF2-40B4-BE49-F238E27FC236}">
                <a16:creationId xmlns:a16="http://schemas.microsoft.com/office/drawing/2014/main" id="{9222A19B-063C-40E2-1FD2-897C39C6A631}"/>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8636" y="2732247"/>
            <a:ext cx="5327364" cy="2111622"/>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3 quick tips to design your HDR donor oligo for maximum efficiency">
            <a:extLst>
              <a:ext uri="{FF2B5EF4-FFF2-40B4-BE49-F238E27FC236}">
                <a16:creationId xmlns:a16="http://schemas.microsoft.com/office/drawing/2014/main" id="{C29DE774-0E5C-AEBE-009D-418322BBD68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21760" y="1669432"/>
            <a:ext cx="5327365" cy="3609635"/>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B6C055D7-FCE5-9460-2F06-98ED4624141F}"/>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Determining knock-in/ nucleotide variations</a:t>
            </a:r>
          </a:p>
        </p:txBody>
      </p:sp>
    </p:spTree>
    <p:extLst>
      <p:ext uri="{BB962C8B-B14F-4D97-AF65-F5344CB8AC3E}">
        <p14:creationId xmlns:p14="http://schemas.microsoft.com/office/powerpoint/2010/main" val="256446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88F8-DC8C-4F8D-BF4C-D92DB3B0FD7F}"/>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9363F8D2-591B-02F3-AD05-0DC4A152042F}"/>
              </a:ext>
            </a:extLst>
          </p:cNvPr>
          <p:cNvSpPr txBox="1">
            <a:spLocks/>
          </p:cNvSpPr>
          <p:nvPr/>
        </p:nvSpPr>
        <p:spPr>
          <a:xfrm>
            <a:off x="798286" y="163632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Example  : Creating a base change in a gene</a:t>
            </a:r>
          </a:p>
          <a:p>
            <a:pPr lvl="2" algn="l"/>
            <a:endParaRPr lang="en-US" sz="1400" dirty="0">
              <a:latin typeface="Dubai" panose="020B0503030403030204" pitchFamily="34" charset="-78"/>
              <a:cs typeface="Dubai" panose="020B0503030403030204" pitchFamily="34" charset="-78"/>
            </a:endParaRPr>
          </a:p>
          <a:p>
            <a:pPr marL="1257300" lvl="2" indent="-342900" algn="l">
              <a:buFont typeface="Arial" charset="0"/>
              <a:buChar char="•"/>
            </a:pPr>
            <a:r>
              <a:rPr lang="en-US" sz="1400" dirty="0">
                <a:latin typeface="Dubai" panose="020B0503030403030204" pitchFamily="34" charset="-78"/>
                <a:cs typeface="Dubai" panose="020B0503030403030204" pitchFamily="34" charset="-78"/>
              </a:rPr>
              <a:t>Editing and recombination efficiencies</a:t>
            </a:r>
          </a:p>
          <a:p>
            <a:pPr marL="1257300" lvl="2" indent="-342900" algn="l">
              <a:buFont typeface="Arial" charset="0"/>
              <a:buChar char="•"/>
            </a:pPr>
            <a:r>
              <a:rPr lang="en-US" sz="1400" dirty="0">
                <a:latin typeface="Dubai" panose="020B0503030403030204" pitchFamily="34" charset="-78"/>
                <a:cs typeface="Dubai" panose="020B0503030403030204" pitchFamily="34" charset="-78"/>
              </a:rPr>
              <a:t> - Assessed bulk edited population using</a:t>
            </a:r>
          </a:p>
          <a:p>
            <a:pPr marL="1257300" lvl="2" indent="-342900" algn="l">
              <a:buFont typeface="Arial" charset="0"/>
              <a:buChar char="•"/>
            </a:pPr>
            <a:r>
              <a:rPr lang="en-US" sz="1400" dirty="0">
                <a:latin typeface="Dubai" panose="020B0503030403030204" pitchFamily="34" charset="-78"/>
                <a:cs typeface="Dubai" panose="020B0503030403030204" pitchFamily="34" charset="-78"/>
              </a:rPr>
              <a:t>	T7 endonuclease assay</a:t>
            </a:r>
          </a:p>
          <a:p>
            <a:pPr marL="1257300" lvl="2" indent="-342900" algn="l">
              <a:buFont typeface="Arial" charset="0"/>
              <a:buChar char="•"/>
            </a:pPr>
            <a:r>
              <a:rPr lang="en-US" sz="1400" dirty="0">
                <a:latin typeface="Dubai" panose="020B0503030403030204" pitchFamily="34" charset="-78"/>
                <a:cs typeface="Dubai" panose="020B0503030403030204" pitchFamily="34" charset="-78"/>
              </a:rPr>
              <a:t>	TIDE /TIDER (Tracking of Indels – insertions/ deletions / </a:t>
            </a:r>
            <a:r>
              <a:rPr lang="en-US" sz="1400" dirty="0" err="1">
                <a:latin typeface="Dubai" panose="020B0503030403030204" pitchFamily="34" charset="-78"/>
                <a:cs typeface="Dubai" panose="020B0503030403030204" pitchFamily="34" charset="-78"/>
              </a:rPr>
              <a:t>recombinations</a:t>
            </a:r>
            <a:r>
              <a:rPr lang="en-US" sz="1400" dirty="0">
                <a:latin typeface="Dubai" panose="020B0503030403030204" pitchFamily="34" charset="-78"/>
                <a:cs typeface="Dubai" panose="020B0503030403030204" pitchFamily="34" charset="-78"/>
              </a:rPr>
              <a:t>)</a:t>
            </a: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p:txBody>
      </p:sp>
      <p:sp>
        <p:nvSpPr>
          <p:cNvPr id="4" name="Rounded Rectangle 3">
            <a:extLst>
              <a:ext uri="{FF2B5EF4-FFF2-40B4-BE49-F238E27FC236}">
                <a16:creationId xmlns:a16="http://schemas.microsoft.com/office/drawing/2014/main" id="{0FC71347-DCCA-4D66-8590-9AFBC7C12065}"/>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819F7826-449B-05CB-0218-4A4A7E744288}"/>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SNP knock-in thorough HDR (Homology Directed  Repair)</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sp>
        <p:nvSpPr>
          <p:cNvPr id="8" name="Title 1">
            <a:extLst>
              <a:ext uri="{FF2B5EF4-FFF2-40B4-BE49-F238E27FC236}">
                <a16:creationId xmlns:a16="http://schemas.microsoft.com/office/drawing/2014/main" id="{439F6ED9-E218-1ECB-251A-D5B284FD19AA}"/>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Determining knock-in/ nucleotide variations</a:t>
            </a:r>
          </a:p>
        </p:txBody>
      </p:sp>
      <p:sp>
        <p:nvSpPr>
          <p:cNvPr id="2" name="TextBox 1">
            <a:extLst>
              <a:ext uri="{FF2B5EF4-FFF2-40B4-BE49-F238E27FC236}">
                <a16:creationId xmlns:a16="http://schemas.microsoft.com/office/drawing/2014/main" id="{7857D4B6-C126-6161-F7B7-58C8F0A4E26C}"/>
              </a:ext>
            </a:extLst>
          </p:cNvPr>
          <p:cNvSpPr txBox="1"/>
          <p:nvPr/>
        </p:nvSpPr>
        <p:spPr>
          <a:xfrm>
            <a:off x="850605" y="3904227"/>
            <a:ext cx="6762307" cy="1261884"/>
          </a:xfrm>
          <a:prstGeom prst="rect">
            <a:avLst/>
          </a:prstGeom>
          <a:noFill/>
        </p:spPr>
        <p:txBody>
          <a:bodyPr wrap="square" rtlCol="0">
            <a:spAutoFit/>
          </a:bodyPr>
          <a:lstStyle/>
          <a:p>
            <a:r>
              <a:rPr lang="en-US" sz="1600" b="1" i="1" dirty="0">
                <a:latin typeface="Avenir Book" panose="02000503020000020003" pitchFamily="2" charset="0"/>
              </a:rPr>
              <a:t>T7 endonuclease assay</a:t>
            </a:r>
          </a:p>
          <a:p>
            <a:endParaRPr lang="en-US" sz="1200" dirty="0">
              <a:latin typeface="Avenir Book" panose="02000503020000020003" pitchFamily="2" charset="0"/>
            </a:endParaRPr>
          </a:p>
          <a:p>
            <a:r>
              <a:rPr lang="en-US" sz="1200" dirty="0">
                <a:latin typeface="Avenir Book" panose="02000503020000020003" pitchFamily="2" charset="0"/>
              </a:rPr>
              <a:t>Lab based assay</a:t>
            </a:r>
          </a:p>
          <a:p>
            <a:r>
              <a:rPr lang="en-US" sz="1200" dirty="0">
                <a:latin typeface="Avenir Book" panose="02000503020000020003" pitchFamily="2" charset="0"/>
              </a:rPr>
              <a:t>PCR</a:t>
            </a:r>
          </a:p>
          <a:p>
            <a:r>
              <a:rPr lang="en-US" sz="1200" dirty="0">
                <a:latin typeface="Avenir Book" panose="02000503020000020003" pitchFamily="2" charset="0"/>
              </a:rPr>
              <a:t>T7 endonuclease enzyme</a:t>
            </a:r>
          </a:p>
          <a:p>
            <a:r>
              <a:rPr lang="en-US" sz="1200" dirty="0">
                <a:latin typeface="Avenir Book" panose="02000503020000020003" pitchFamily="2" charset="0"/>
              </a:rPr>
              <a:t>Run gel and assess editing efficiency </a:t>
            </a:r>
          </a:p>
        </p:txBody>
      </p:sp>
      <p:sp>
        <p:nvSpPr>
          <p:cNvPr id="3" name="TextBox 2">
            <a:extLst>
              <a:ext uri="{FF2B5EF4-FFF2-40B4-BE49-F238E27FC236}">
                <a16:creationId xmlns:a16="http://schemas.microsoft.com/office/drawing/2014/main" id="{BAFAED5F-7D38-2585-BD91-AC216438B743}"/>
              </a:ext>
            </a:extLst>
          </p:cNvPr>
          <p:cNvSpPr txBox="1"/>
          <p:nvPr/>
        </p:nvSpPr>
        <p:spPr>
          <a:xfrm>
            <a:off x="3870252" y="3904227"/>
            <a:ext cx="9034094" cy="3108543"/>
          </a:xfrm>
          <a:prstGeom prst="rect">
            <a:avLst/>
          </a:prstGeom>
          <a:noFill/>
        </p:spPr>
        <p:txBody>
          <a:bodyPr wrap="square" rtlCol="0">
            <a:spAutoFit/>
          </a:bodyPr>
          <a:lstStyle/>
          <a:p>
            <a:r>
              <a:rPr lang="en-US" sz="1600" b="1" i="1" dirty="0">
                <a:latin typeface="Avenir Book" panose="02000503020000020003" pitchFamily="2" charset="0"/>
              </a:rPr>
              <a:t>Indel tracking</a:t>
            </a:r>
          </a:p>
          <a:p>
            <a:pPr algn="ctr"/>
            <a:endParaRPr lang="en-US" sz="1200" dirty="0">
              <a:latin typeface="Avenir Book" panose="02000503020000020003" pitchFamily="2" charset="0"/>
            </a:endParaRPr>
          </a:p>
          <a:p>
            <a:r>
              <a:rPr lang="en-US" sz="1200" dirty="0">
                <a:latin typeface="Avenir Book" panose="02000503020000020003" pitchFamily="2" charset="0"/>
              </a:rPr>
              <a:t>Sanger Sequencing based assay</a:t>
            </a:r>
          </a:p>
          <a:p>
            <a:r>
              <a:rPr lang="en-US" sz="1200" dirty="0">
                <a:latin typeface="Avenir Book" panose="02000503020000020003" pitchFamily="2" charset="0"/>
              </a:rPr>
              <a:t>PCR</a:t>
            </a:r>
          </a:p>
          <a:p>
            <a:r>
              <a:rPr lang="en-US" sz="1200" dirty="0">
                <a:latin typeface="Avenir Book" panose="02000503020000020003" pitchFamily="2" charset="0"/>
              </a:rPr>
              <a:t>Send for sanger sequencing</a:t>
            </a:r>
          </a:p>
          <a:p>
            <a:r>
              <a:rPr lang="en-US" sz="1200" dirty="0">
                <a:latin typeface="Avenir Book" panose="02000503020000020003" pitchFamily="2" charset="0"/>
              </a:rPr>
              <a:t>Analyze through input of sequence files </a:t>
            </a:r>
          </a:p>
          <a:p>
            <a:endParaRPr lang="en-US" sz="1200" dirty="0">
              <a:latin typeface="Avenir Book" panose="02000503020000020003" pitchFamily="2" charset="0"/>
            </a:endParaRPr>
          </a:p>
          <a:p>
            <a:r>
              <a:rPr lang="en-US" sz="1200" dirty="0" err="1">
                <a:latin typeface="Avenir Book" panose="02000503020000020003" pitchFamily="2" charset="0"/>
              </a:rPr>
              <a:t>Synthego</a:t>
            </a:r>
            <a:r>
              <a:rPr lang="en-US" sz="1200" dirty="0">
                <a:latin typeface="Avenir Book" panose="02000503020000020003" pitchFamily="2" charset="0"/>
              </a:rPr>
              <a:t> : Inference of CRISPR Edits</a:t>
            </a:r>
          </a:p>
          <a:p>
            <a:endParaRPr lang="en-US" sz="1200" dirty="0">
              <a:latin typeface="Avenir Book" panose="02000503020000020003" pitchFamily="2" charset="0"/>
            </a:endParaRPr>
          </a:p>
          <a:p>
            <a:r>
              <a:rPr lang="en-US" sz="1200" dirty="0">
                <a:latin typeface="Avenir Book" panose="02000503020000020003" pitchFamily="2" charset="0"/>
                <a:hlinkClick r:id="rId2"/>
              </a:rPr>
              <a:t>https://ice.editco.bio/#/</a:t>
            </a:r>
            <a:endParaRPr lang="en-US" sz="1200" dirty="0">
              <a:latin typeface="Avenir Book" panose="02000503020000020003" pitchFamily="2" charset="0"/>
            </a:endParaRPr>
          </a:p>
          <a:p>
            <a:endParaRPr lang="en-US" sz="1200" dirty="0">
              <a:latin typeface="Avenir Book" panose="02000503020000020003" pitchFamily="2" charset="0"/>
            </a:endParaRPr>
          </a:p>
          <a:p>
            <a:r>
              <a:rPr lang="en-US" sz="1200" dirty="0">
                <a:latin typeface="Avenir Book" panose="02000503020000020003" pitchFamily="2" charset="0"/>
              </a:rPr>
              <a:t>TIDE : </a:t>
            </a:r>
          </a:p>
          <a:p>
            <a:endParaRPr lang="en-US" sz="1200" dirty="0">
              <a:latin typeface="Avenir Book" panose="02000503020000020003" pitchFamily="2" charset="0"/>
            </a:endParaRPr>
          </a:p>
          <a:p>
            <a:r>
              <a:rPr lang="en-US" sz="1200" dirty="0">
                <a:latin typeface="Avenir Book" panose="02000503020000020003" pitchFamily="2" charset="0"/>
                <a:hlinkClick r:id="rId3"/>
              </a:rPr>
              <a:t>https://tide.nki.nl/</a:t>
            </a:r>
            <a:endParaRPr lang="en-US" sz="1200" dirty="0">
              <a:latin typeface="Avenir Book" panose="02000503020000020003" pitchFamily="2" charset="0"/>
            </a:endParaRPr>
          </a:p>
          <a:p>
            <a:endParaRPr lang="en-US" sz="1200" dirty="0">
              <a:latin typeface="Avenir Book" panose="02000503020000020003" pitchFamily="2" charset="0"/>
            </a:endParaRPr>
          </a:p>
          <a:p>
            <a:endParaRPr lang="en-US" sz="1200" dirty="0">
              <a:latin typeface="Avenir Book" panose="02000503020000020003" pitchFamily="2" charset="0"/>
            </a:endParaRPr>
          </a:p>
        </p:txBody>
      </p:sp>
      <p:pic>
        <p:nvPicPr>
          <p:cNvPr id="6" name="Picture 5" descr="A black background with text and colorful graphics&#10;&#10;AI-generated content may be incorrect.">
            <a:extLst>
              <a:ext uri="{FF2B5EF4-FFF2-40B4-BE49-F238E27FC236}">
                <a16:creationId xmlns:a16="http://schemas.microsoft.com/office/drawing/2014/main" id="{5DE538FD-0E6C-36D5-0187-7C561D034670}"/>
              </a:ext>
            </a:extLst>
          </p:cNvPr>
          <p:cNvPicPr>
            <a:picLocks noChangeAspect="1"/>
          </p:cNvPicPr>
          <p:nvPr/>
        </p:nvPicPr>
        <p:blipFill>
          <a:blip r:embed="rId4"/>
          <a:stretch>
            <a:fillRect/>
          </a:stretch>
        </p:blipFill>
        <p:spPr>
          <a:xfrm>
            <a:off x="8238053" y="4564856"/>
            <a:ext cx="3678900" cy="2034861"/>
          </a:xfrm>
          <a:prstGeom prst="rect">
            <a:avLst/>
          </a:prstGeom>
        </p:spPr>
      </p:pic>
      <p:pic>
        <p:nvPicPr>
          <p:cNvPr id="7" name="Picture 6" descr="A logo of a computer&#10;&#10;AI-generated content may be incorrect.">
            <a:extLst>
              <a:ext uri="{FF2B5EF4-FFF2-40B4-BE49-F238E27FC236}">
                <a16:creationId xmlns:a16="http://schemas.microsoft.com/office/drawing/2014/main" id="{C256AD68-FC04-B17E-47D5-CD7B638AC171}"/>
              </a:ext>
            </a:extLst>
          </p:cNvPr>
          <p:cNvPicPr>
            <a:picLocks noChangeAspect="1"/>
          </p:cNvPicPr>
          <p:nvPr/>
        </p:nvPicPr>
        <p:blipFill>
          <a:blip r:embed="rId5"/>
          <a:stretch>
            <a:fillRect/>
          </a:stretch>
        </p:blipFill>
        <p:spPr>
          <a:xfrm>
            <a:off x="8642454" y="2068337"/>
            <a:ext cx="2698941" cy="1851870"/>
          </a:xfrm>
          <a:prstGeom prst="rect">
            <a:avLst/>
          </a:prstGeom>
        </p:spPr>
      </p:pic>
    </p:spTree>
    <p:extLst>
      <p:ext uri="{BB962C8B-B14F-4D97-AF65-F5344CB8AC3E}">
        <p14:creationId xmlns:p14="http://schemas.microsoft.com/office/powerpoint/2010/main" val="137662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941AD-FD69-D7A0-D032-EE6AC4E98941}"/>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95AC4F91-FADA-A771-95FE-87A0462C4ED4}"/>
              </a:ext>
            </a:extLst>
          </p:cNvPr>
          <p:cNvSpPr txBox="1">
            <a:spLocks/>
          </p:cNvSpPr>
          <p:nvPr/>
        </p:nvSpPr>
        <p:spPr>
          <a:xfrm>
            <a:off x="798286" y="163632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Example  : Creating a base change in a gene</a:t>
            </a:r>
          </a:p>
          <a:p>
            <a:pPr lvl="2" algn="l"/>
            <a:endParaRPr lang="en-US" sz="14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p:txBody>
      </p:sp>
      <p:sp>
        <p:nvSpPr>
          <p:cNvPr id="4" name="Rounded Rectangle 3">
            <a:extLst>
              <a:ext uri="{FF2B5EF4-FFF2-40B4-BE49-F238E27FC236}">
                <a16:creationId xmlns:a16="http://schemas.microsoft.com/office/drawing/2014/main" id="{93B1E15C-E0D5-9A31-ED6B-2290FBBD0619}"/>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B5F764EA-EF12-2B96-8D91-2FD64DABFA7A}"/>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SNP knock-in thorough HDR (Homology Directed  Repair)</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sp>
        <p:nvSpPr>
          <p:cNvPr id="8" name="Title 1">
            <a:extLst>
              <a:ext uri="{FF2B5EF4-FFF2-40B4-BE49-F238E27FC236}">
                <a16:creationId xmlns:a16="http://schemas.microsoft.com/office/drawing/2014/main" id="{45DD833E-5083-FE7C-340E-0FA85427EC23}"/>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Determining knock-in/ nucleotide variations</a:t>
            </a:r>
          </a:p>
        </p:txBody>
      </p:sp>
      <p:sp>
        <p:nvSpPr>
          <p:cNvPr id="14" name="TextBox 13">
            <a:extLst>
              <a:ext uri="{FF2B5EF4-FFF2-40B4-BE49-F238E27FC236}">
                <a16:creationId xmlns:a16="http://schemas.microsoft.com/office/drawing/2014/main" id="{BD860CB6-18E5-563C-4E0E-2E55BC15545B}"/>
              </a:ext>
            </a:extLst>
          </p:cNvPr>
          <p:cNvSpPr txBox="1"/>
          <p:nvPr/>
        </p:nvSpPr>
        <p:spPr>
          <a:xfrm>
            <a:off x="798286" y="2875033"/>
            <a:ext cx="16073437" cy="707886"/>
          </a:xfrm>
          <a:prstGeom prst="rect">
            <a:avLst/>
          </a:prstGeom>
          <a:noFill/>
        </p:spPr>
        <p:txBody>
          <a:bodyPr wrap="square">
            <a:spAutoFit/>
          </a:bodyPr>
          <a:lstStyle/>
          <a:p>
            <a:pPr rtl="0"/>
            <a:r>
              <a:rPr lang="en-GB" sz="2000" dirty="0">
                <a:solidFill>
                  <a:srgbClr val="595959"/>
                </a:solidFill>
                <a:latin typeface="Arial" panose="020B0604020202020204" pitchFamily="34" charset="0"/>
              </a:rPr>
              <a:t>Editing and recombination efficiencies</a:t>
            </a:r>
          </a:p>
          <a:p>
            <a:pPr rtl="0"/>
            <a:r>
              <a:rPr lang="en-GB" sz="2000" dirty="0">
                <a:solidFill>
                  <a:srgbClr val="595959"/>
                </a:solidFill>
                <a:latin typeface="Arial" panose="020B0604020202020204" pitchFamily="34" charset="0"/>
              </a:rPr>
              <a:t> </a:t>
            </a:r>
          </a:p>
        </p:txBody>
      </p:sp>
      <p:sp>
        <p:nvSpPr>
          <p:cNvPr id="16" name="TextBox 15">
            <a:extLst>
              <a:ext uri="{FF2B5EF4-FFF2-40B4-BE49-F238E27FC236}">
                <a16:creationId xmlns:a16="http://schemas.microsoft.com/office/drawing/2014/main" id="{E4FB2870-EF7D-D3C1-51B2-471455D9F40B}"/>
              </a:ext>
            </a:extLst>
          </p:cNvPr>
          <p:cNvSpPr txBox="1"/>
          <p:nvPr/>
        </p:nvSpPr>
        <p:spPr>
          <a:xfrm>
            <a:off x="852293" y="3872678"/>
            <a:ext cx="1679944" cy="338554"/>
          </a:xfrm>
          <a:prstGeom prst="rect">
            <a:avLst/>
          </a:prstGeom>
          <a:noFill/>
        </p:spPr>
        <p:txBody>
          <a:bodyPr wrap="square" rtlCol="0">
            <a:spAutoFit/>
          </a:bodyPr>
          <a:lstStyle/>
          <a:p>
            <a:r>
              <a:rPr lang="en-US" sz="1600" dirty="0">
                <a:latin typeface="Avenir Book" panose="02000503020000020003" pitchFamily="2" charset="0"/>
              </a:rPr>
              <a:t>Exon 21 </a:t>
            </a:r>
          </a:p>
        </p:txBody>
      </p:sp>
      <p:pic>
        <p:nvPicPr>
          <p:cNvPr id="17" name="Picture 2">
            <a:extLst>
              <a:ext uri="{FF2B5EF4-FFF2-40B4-BE49-F238E27FC236}">
                <a16:creationId xmlns:a16="http://schemas.microsoft.com/office/drawing/2014/main" id="{080DFCE7-02F5-7822-96A7-F103574BDA2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30959" b="16228"/>
          <a:stretch/>
        </p:blipFill>
        <p:spPr bwMode="auto">
          <a:xfrm>
            <a:off x="1045862" y="4193565"/>
            <a:ext cx="10936493" cy="2614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672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43B38-DFD1-A032-F6B5-AF11FAD28799}"/>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A9B1277C-8283-59CC-D192-EE95A41ADFB6}"/>
              </a:ext>
            </a:extLst>
          </p:cNvPr>
          <p:cNvSpPr txBox="1">
            <a:spLocks/>
          </p:cNvSpPr>
          <p:nvPr/>
        </p:nvSpPr>
        <p:spPr>
          <a:xfrm>
            <a:off x="798286" y="163632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Example  : Creating a base change in a gene</a:t>
            </a:r>
          </a:p>
          <a:p>
            <a:pPr lvl="2" algn="l"/>
            <a:endParaRPr lang="en-US" sz="14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p:txBody>
      </p:sp>
      <p:sp>
        <p:nvSpPr>
          <p:cNvPr id="4" name="Rounded Rectangle 3">
            <a:extLst>
              <a:ext uri="{FF2B5EF4-FFF2-40B4-BE49-F238E27FC236}">
                <a16:creationId xmlns:a16="http://schemas.microsoft.com/office/drawing/2014/main" id="{B21C7710-B14A-1B57-0867-9806A84AEC9B}"/>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B49CF72F-28CE-03E8-C2F3-97AECB1C1996}"/>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SNP knock-in thorough HDR (Homology Directed  Repair)</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sp>
        <p:nvSpPr>
          <p:cNvPr id="8" name="Title 1">
            <a:extLst>
              <a:ext uri="{FF2B5EF4-FFF2-40B4-BE49-F238E27FC236}">
                <a16:creationId xmlns:a16="http://schemas.microsoft.com/office/drawing/2014/main" id="{11405B8A-E3D0-639A-A4C2-C50E62234E9D}"/>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Determining knock-in/ nucleotide variations</a:t>
            </a:r>
          </a:p>
        </p:txBody>
      </p:sp>
      <p:pic>
        <p:nvPicPr>
          <p:cNvPr id="15" name="Picture 2">
            <a:extLst>
              <a:ext uri="{FF2B5EF4-FFF2-40B4-BE49-F238E27FC236}">
                <a16:creationId xmlns:a16="http://schemas.microsoft.com/office/drawing/2014/main" id="{D864A091-22D9-F6F6-3DC6-13F8218029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1459" b="17556"/>
          <a:stretch/>
        </p:blipFill>
        <p:spPr bwMode="auto">
          <a:xfrm>
            <a:off x="1097360" y="2903126"/>
            <a:ext cx="9660820" cy="382628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screenshot of a computer&#10;&#10;AI-generated content may be incorrect.">
            <a:extLst>
              <a:ext uri="{FF2B5EF4-FFF2-40B4-BE49-F238E27FC236}">
                <a16:creationId xmlns:a16="http://schemas.microsoft.com/office/drawing/2014/main" id="{AF4B2D94-452F-DA60-A65C-885E1BA81761}"/>
              </a:ext>
            </a:extLst>
          </p:cNvPr>
          <p:cNvPicPr>
            <a:picLocks noChangeAspect="1"/>
          </p:cNvPicPr>
          <p:nvPr/>
        </p:nvPicPr>
        <p:blipFill>
          <a:blip r:embed="rId4"/>
          <a:stretch>
            <a:fillRect/>
          </a:stretch>
        </p:blipFill>
        <p:spPr>
          <a:xfrm>
            <a:off x="7606691" y="1537093"/>
            <a:ext cx="4419529" cy="1087020"/>
          </a:xfrm>
          <a:prstGeom prst="rect">
            <a:avLst/>
          </a:prstGeom>
        </p:spPr>
      </p:pic>
    </p:spTree>
    <p:extLst>
      <p:ext uri="{BB962C8B-B14F-4D97-AF65-F5344CB8AC3E}">
        <p14:creationId xmlns:p14="http://schemas.microsoft.com/office/powerpoint/2010/main" val="878798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E899B-89E2-E393-B838-7CA02A3660D4}"/>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C2AC56D6-69D3-3436-7733-57936C348CA2}"/>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78ACE0DB-2306-E399-E1E7-8D1E2D4BF7DE}"/>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Recombination events – Inference of CRISPR edits</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1714500" lvl="3" indent="-342900" algn="l">
              <a:buFont typeface="Arial" charset="0"/>
              <a:buChar char="•"/>
            </a:pPr>
            <a:r>
              <a:rPr lang="en-US" sz="2000" b="1" dirty="0">
                <a:solidFill>
                  <a:schemeClr val="accent2">
                    <a:lumMod val="75000"/>
                  </a:schemeClr>
                </a:solidFill>
                <a:latin typeface="Dubai" panose="020B0503030403030204" pitchFamily="34" charset="-78"/>
                <a:cs typeface="Dubai" panose="020B0503030403030204" pitchFamily="34" charset="-78"/>
              </a:rPr>
              <a:t>Let us analyze some of the data online</a:t>
            </a:r>
          </a:p>
        </p:txBody>
      </p:sp>
      <p:sp>
        <p:nvSpPr>
          <p:cNvPr id="15" name="Title 1">
            <a:extLst>
              <a:ext uri="{FF2B5EF4-FFF2-40B4-BE49-F238E27FC236}">
                <a16:creationId xmlns:a16="http://schemas.microsoft.com/office/drawing/2014/main" id="{C07CFD97-A319-265E-F01B-F438482638F7}"/>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3344095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A2ED-5DC3-B12F-3D20-6D7ECD3F9C3E}"/>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37A25074-54BB-C558-938D-FCDB16C17625}"/>
              </a:ext>
            </a:extLst>
          </p:cNvPr>
          <p:cNvSpPr txBox="1">
            <a:spLocks/>
          </p:cNvSpPr>
          <p:nvPr/>
        </p:nvSpPr>
        <p:spPr>
          <a:xfrm>
            <a:off x="798286" y="163632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Example  : Tagging in a fluorescent reporter to DLX5 gene</a:t>
            </a: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1050" dirty="0">
              <a:latin typeface="Dubai" panose="020B0503030403030204" pitchFamily="34" charset="-78"/>
              <a:cs typeface="Dubai" panose="020B0503030403030204" pitchFamily="34" charset="-78"/>
            </a:endParaRPr>
          </a:p>
          <a:p>
            <a:pPr algn="l"/>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We perform the editing in cells and pick single clones of these edited cells to scrutinize for knock-in</a:t>
            </a:r>
          </a:p>
          <a:p>
            <a:pPr marL="342900" indent="-342900" algn="l">
              <a:buFont typeface="Arial" charset="0"/>
              <a:buChar char="•"/>
            </a:pPr>
            <a:r>
              <a:rPr lang="en-US" sz="2000" dirty="0">
                <a:latin typeface="Dubai" panose="020B0503030403030204" pitchFamily="34" charset="-78"/>
                <a:cs typeface="Dubai" panose="020B0503030403030204" pitchFamily="34" charset="-78"/>
              </a:rPr>
              <a:t>Multiple rounds of preliminary QCs </a:t>
            </a:r>
          </a:p>
          <a:p>
            <a:pPr marL="342900" indent="-342900" algn="l">
              <a:buFont typeface="Arial" charset="0"/>
              <a:buChar char="•"/>
            </a:pPr>
            <a:r>
              <a:rPr lang="en-US" sz="2000" dirty="0">
                <a:latin typeface="Dubai" panose="020B0503030403030204" pitchFamily="34" charset="-78"/>
                <a:cs typeface="Dubai" panose="020B0503030403030204" pitchFamily="34" charset="-78"/>
              </a:rPr>
              <a:t>Process takes from anywhere from about 15 to 30 days to obtain an inserted/  knock-in line</a:t>
            </a:r>
          </a:p>
          <a:p>
            <a:pPr lvl="1" algn="l"/>
            <a:r>
              <a:rPr lang="en-US" dirty="0">
                <a:latin typeface="Dubai" panose="020B0503030403030204" pitchFamily="34" charset="-78"/>
                <a:cs typeface="Dubai" panose="020B0503030403030204" pitchFamily="34" charset="-78"/>
              </a:rPr>
              <a:t> </a:t>
            </a:r>
          </a:p>
        </p:txBody>
      </p:sp>
      <p:sp>
        <p:nvSpPr>
          <p:cNvPr id="4" name="Rounded Rectangle 3">
            <a:extLst>
              <a:ext uri="{FF2B5EF4-FFF2-40B4-BE49-F238E27FC236}">
                <a16:creationId xmlns:a16="http://schemas.microsoft.com/office/drawing/2014/main" id="{3662A470-9D69-9B8C-BD01-46C1CC7BF9C8}"/>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EF38D40D-88BF-73DC-ABAF-EF77B0CBE641}"/>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Gene knock-in thorough HDR (Homology Directed  Repair)</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pic>
        <p:nvPicPr>
          <p:cNvPr id="9218" name="Picture 2" descr="HDR knock in Templates">
            <a:extLst>
              <a:ext uri="{FF2B5EF4-FFF2-40B4-BE49-F238E27FC236}">
                <a16:creationId xmlns:a16="http://schemas.microsoft.com/office/drawing/2014/main" id="{08F025CD-CA27-157C-D991-F63AC2072136}"/>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8636" y="2732247"/>
            <a:ext cx="5327364" cy="2111622"/>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3 quick tips to design your HDR donor oligo for maximum efficiency">
            <a:extLst>
              <a:ext uri="{FF2B5EF4-FFF2-40B4-BE49-F238E27FC236}">
                <a16:creationId xmlns:a16="http://schemas.microsoft.com/office/drawing/2014/main" id="{42A7061B-6FC5-A829-768E-33E5B42AB94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721760" y="1669432"/>
            <a:ext cx="5327365" cy="3609635"/>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A978460F-06B2-C83B-1018-4270D7E9F5B1}"/>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Determining knock-in/ nucleotide variations</a:t>
            </a:r>
          </a:p>
        </p:txBody>
      </p:sp>
    </p:spTree>
    <p:extLst>
      <p:ext uri="{BB962C8B-B14F-4D97-AF65-F5344CB8AC3E}">
        <p14:creationId xmlns:p14="http://schemas.microsoft.com/office/powerpoint/2010/main" val="1198348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AE0C0-582D-AA38-EA53-8A00229AED06}"/>
            </a:ext>
          </a:extLst>
        </p:cNvPr>
        <p:cNvGrpSpPr/>
        <p:nvPr/>
      </p:nvGrpSpPr>
      <p:grpSpPr>
        <a:xfrm>
          <a:off x="0" y="0"/>
          <a:ext cx="0" cy="0"/>
          <a:chOff x="0" y="0"/>
          <a:chExt cx="0" cy="0"/>
        </a:xfrm>
      </p:grpSpPr>
      <p:sp>
        <p:nvSpPr>
          <p:cNvPr id="4" name="Rounded Rectangle 3">
            <a:extLst>
              <a:ext uri="{FF2B5EF4-FFF2-40B4-BE49-F238E27FC236}">
                <a16:creationId xmlns:a16="http://schemas.microsoft.com/office/drawing/2014/main" id="{464DEDD8-309D-9939-9AA9-A7CF8DB84270}"/>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D800EAC1-32EB-40E2-78E1-43AB6911DFAE}"/>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Tagging genes – </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a:p>
            <a:pPr marL="1714500" lvl="3" indent="-342900" algn="l">
              <a:buFont typeface="Arial" charset="0"/>
              <a:buChar char="•"/>
            </a:pPr>
            <a:r>
              <a:rPr lang="en-US" sz="2000" b="1" dirty="0">
                <a:solidFill>
                  <a:schemeClr val="accent2">
                    <a:lumMod val="75000"/>
                  </a:schemeClr>
                </a:solidFill>
                <a:latin typeface="Dubai" panose="020B0503030403030204" pitchFamily="34" charset="-78"/>
                <a:cs typeface="Dubai" panose="020B0503030403030204" pitchFamily="34" charset="-78"/>
              </a:rPr>
              <a:t>Let us analyze some of the data online</a:t>
            </a:r>
          </a:p>
        </p:txBody>
      </p:sp>
      <p:sp>
        <p:nvSpPr>
          <p:cNvPr id="15" name="Title 1">
            <a:extLst>
              <a:ext uri="{FF2B5EF4-FFF2-40B4-BE49-F238E27FC236}">
                <a16:creationId xmlns:a16="http://schemas.microsoft.com/office/drawing/2014/main" id="{B7E1F2B5-A432-5F11-0CD4-DFA465C29C4B}"/>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a:latin typeface="Dubai" panose="020B0503030403030204" pitchFamily="34" charset="-78"/>
                <a:cs typeface="Dubai" panose="020B0503030403030204" pitchFamily="34" charset="-78"/>
              </a:rPr>
              <a:t>Understanding the outcomes of genome editing</a:t>
            </a:r>
            <a:endParaRPr lang="en-US" sz="2800" dirty="0">
              <a:latin typeface="Dubai" panose="020B0503030403030204" pitchFamily="34" charset="-78"/>
              <a:cs typeface="Dubai" panose="020B0503030403030204" pitchFamily="34" charset="-78"/>
            </a:endParaRPr>
          </a:p>
        </p:txBody>
      </p:sp>
    </p:spTree>
    <p:extLst>
      <p:ext uri="{BB962C8B-B14F-4D97-AF65-F5344CB8AC3E}">
        <p14:creationId xmlns:p14="http://schemas.microsoft.com/office/powerpoint/2010/main" val="23716677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93D5-7E5D-DC9B-EB98-D814BC1DE015}"/>
            </a:ext>
          </a:extLst>
        </p:cNvPr>
        <p:cNvGrpSpPr/>
        <p:nvPr/>
      </p:nvGrpSpPr>
      <p:grpSpPr>
        <a:xfrm>
          <a:off x="0" y="0"/>
          <a:ext cx="0" cy="0"/>
          <a:chOff x="0" y="0"/>
          <a:chExt cx="0" cy="0"/>
        </a:xfrm>
      </p:grpSpPr>
      <p:sp>
        <p:nvSpPr>
          <p:cNvPr id="5" name="Subtitle 2">
            <a:extLst>
              <a:ext uri="{FF2B5EF4-FFF2-40B4-BE49-F238E27FC236}">
                <a16:creationId xmlns:a16="http://schemas.microsoft.com/office/drawing/2014/main" id="{3E013F5E-413C-721F-373A-EC85DDBEC8CB}"/>
              </a:ext>
            </a:extLst>
          </p:cNvPr>
          <p:cNvSpPr txBox="1">
            <a:spLocks/>
          </p:cNvSpPr>
          <p:nvPr/>
        </p:nvSpPr>
        <p:spPr>
          <a:xfrm>
            <a:off x="798286" y="1636325"/>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endParaRPr lang="en-US" sz="2000" b="1"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Understanding effects of double strand break created by Cas9</a:t>
            </a:r>
          </a:p>
          <a:p>
            <a:pPr marL="342900" indent="-342900" algn="l">
              <a:buFont typeface="Arial" charset="0"/>
              <a:buChar char="•"/>
            </a:pPr>
            <a:r>
              <a:rPr lang="en-US" sz="2000" dirty="0">
                <a:latin typeface="Dubai" panose="020B0503030403030204" pitchFamily="34" charset="-78"/>
                <a:cs typeface="Dubai" panose="020B0503030403030204" pitchFamily="34" charset="-78"/>
              </a:rPr>
              <a:t>How can we</a:t>
            </a:r>
          </a:p>
          <a:p>
            <a:pPr marL="800100" lvl="1" indent="-342900" algn="l">
              <a:buFont typeface="Arial" charset="0"/>
              <a:buChar char="•"/>
            </a:pPr>
            <a:r>
              <a:rPr lang="en-US" sz="1800" dirty="0" err="1">
                <a:latin typeface="Dubai" panose="020B0503030403030204" pitchFamily="34" charset="-78"/>
                <a:cs typeface="Dubai" panose="020B0503030403030204" pitchFamily="34" charset="-78"/>
              </a:rPr>
              <a:t>Analyse</a:t>
            </a:r>
            <a:r>
              <a:rPr lang="en-US" sz="1800" dirty="0">
                <a:latin typeface="Dubai" panose="020B0503030403030204" pitchFamily="34" charset="-78"/>
                <a:cs typeface="Dubai" panose="020B0503030403030204" pitchFamily="34" charset="-78"/>
              </a:rPr>
              <a:t> them </a:t>
            </a:r>
          </a:p>
          <a:p>
            <a:pPr marL="800100" lvl="1" indent="-342900" algn="l">
              <a:buFont typeface="Arial" charset="0"/>
              <a:buChar char="•"/>
            </a:pPr>
            <a:r>
              <a:rPr lang="en-US" sz="1800" dirty="0">
                <a:latin typeface="Dubai" panose="020B0503030403030204" pitchFamily="34" charset="-78"/>
                <a:cs typeface="Dubai" panose="020B0503030403030204" pitchFamily="34" charset="-78"/>
              </a:rPr>
              <a:t>Quantify them </a:t>
            </a:r>
          </a:p>
          <a:p>
            <a:pPr marL="800100" lvl="1" indent="-342900" algn="l">
              <a:buFont typeface="Arial" charset="0"/>
              <a:buChar char="•"/>
            </a:pPr>
            <a:r>
              <a:rPr lang="en-US" sz="1800" dirty="0">
                <a:latin typeface="Dubai" panose="020B0503030403030204" pitchFamily="34" charset="-78"/>
                <a:cs typeface="Dubai" panose="020B0503030403030204" pitchFamily="34" charset="-78"/>
              </a:rPr>
              <a:t>Use information to choose efficient guides  - depends on cell lines / cell state</a:t>
            </a:r>
          </a:p>
          <a:p>
            <a:pPr marL="800100" lvl="1" indent="-342900" algn="l">
              <a:buFont typeface="Arial" charset="0"/>
              <a:buChar char="•"/>
            </a:pPr>
            <a:r>
              <a:rPr lang="en-US" sz="1800" dirty="0">
                <a:latin typeface="Dubai" panose="020B0503030403030204" pitchFamily="34" charset="-78"/>
                <a:cs typeface="Dubai" panose="020B0503030403030204" pitchFamily="34" charset="-78"/>
              </a:rPr>
              <a:t>Use information to determine success rate of desired outcome</a:t>
            </a:r>
          </a:p>
          <a:p>
            <a:pPr marL="800100" lvl="1" indent="-342900" algn="l">
              <a:buFont typeface="Arial" charset="0"/>
              <a:buChar char="•"/>
            </a:pPr>
            <a:endParaRPr lang="en-US" sz="1600" dirty="0">
              <a:latin typeface="Dubai" panose="020B0503030403030204" pitchFamily="34" charset="-78"/>
              <a:cs typeface="Dubai" panose="020B0503030403030204" pitchFamily="34" charset="-78"/>
            </a:endParaRPr>
          </a:p>
          <a:p>
            <a:pPr marL="342900" indent="-342900" algn="l">
              <a:buFont typeface="Arial" charset="0"/>
              <a:buChar char="•"/>
            </a:pPr>
            <a:r>
              <a:rPr lang="en-US" sz="2000" dirty="0">
                <a:latin typeface="Dubai" panose="020B0503030403030204" pitchFamily="34" charset="-78"/>
                <a:cs typeface="Dubai" panose="020B0503030403030204" pitchFamily="34" charset="-78"/>
              </a:rPr>
              <a:t>We also briefly discussed on </a:t>
            </a:r>
          </a:p>
          <a:p>
            <a:pPr marL="800100" lvl="1" indent="-342900" algn="l">
              <a:buFont typeface="Arial" charset="0"/>
              <a:buChar char="•"/>
            </a:pPr>
            <a:r>
              <a:rPr lang="en-US" sz="1800" dirty="0">
                <a:latin typeface="Dubai" panose="020B0503030403030204" pitchFamily="34" charset="-78"/>
                <a:cs typeface="Dubai" panose="020B0503030403030204" pitchFamily="34" charset="-78"/>
              </a:rPr>
              <a:t>Understanding data coming out of sanger sequencing</a:t>
            </a:r>
          </a:p>
          <a:p>
            <a:pPr marL="800100" lvl="1" indent="-342900" algn="l">
              <a:buFont typeface="Arial" charset="0"/>
              <a:buChar char="•"/>
            </a:pPr>
            <a:r>
              <a:rPr lang="en-US" sz="1800" dirty="0">
                <a:latin typeface="Dubai" panose="020B0503030403030204" pitchFamily="34" charset="-78"/>
                <a:cs typeface="Dubai" panose="020B0503030403030204" pitchFamily="34" charset="-78"/>
              </a:rPr>
              <a:t>Using sanger sequencing data to determine knock-in / SNP generation and gene-tagging</a:t>
            </a:r>
          </a:p>
          <a:p>
            <a:pPr marL="800100" lvl="1" indent="-342900" algn="l">
              <a:buFont typeface="Arial" charset="0"/>
              <a:buChar char="•"/>
            </a:pPr>
            <a:r>
              <a:rPr lang="en-US" sz="1800" dirty="0">
                <a:latin typeface="Dubai" panose="020B0503030403030204" pitchFamily="34" charset="-78"/>
                <a:cs typeface="Dubai" panose="020B0503030403030204" pitchFamily="34" charset="-78"/>
              </a:rPr>
              <a:t>Various QC methods used at various stages of the process</a:t>
            </a:r>
            <a:endParaRPr lang="en-US" sz="1800" dirty="0">
              <a:solidFill>
                <a:srgbClr val="FF0000"/>
              </a:solidFill>
              <a:latin typeface="Dubai" panose="020B0503030403030204" pitchFamily="34" charset="-78"/>
              <a:cs typeface="Dubai" panose="020B0503030403030204" pitchFamily="34" charset="-78"/>
            </a:endParaRPr>
          </a:p>
          <a:p>
            <a:pPr lvl="1" algn="l"/>
            <a:endParaRPr lang="en-US" sz="1800" dirty="0">
              <a:latin typeface="Dubai" panose="020B0503030403030204" pitchFamily="34" charset="-78"/>
              <a:cs typeface="Dubai" panose="020B0503030403030204" pitchFamily="34" charset="-78"/>
            </a:endParaRPr>
          </a:p>
          <a:p>
            <a:pPr marL="342900" indent="-342900" algn="l">
              <a:buFont typeface="Arial" charset="0"/>
              <a:buChar char="•"/>
            </a:pPr>
            <a:r>
              <a:rPr lang="en-US" dirty="0">
                <a:latin typeface="Dubai" panose="020B0503030403030204" pitchFamily="34" charset="-78"/>
                <a:cs typeface="Dubai" panose="020B0503030403030204" pitchFamily="34" charset="-78"/>
              </a:rPr>
              <a:t>Q and A – quiz format</a:t>
            </a: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a:p>
            <a:pPr marL="342900" indent="-342900" algn="l">
              <a:buFont typeface="Arial" charset="0"/>
              <a:buChar char="•"/>
            </a:pPr>
            <a:endParaRPr lang="en-US" sz="2000" dirty="0">
              <a:latin typeface="Dubai" panose="020B0503030403030204" pitchFamily="34" charset="-78"/>
              <a:cs typeface="Dubai" panose="020B0503030403030204" pitchFamily="34" charset="-78"/>
            </a:endParaRPr>
          </a:p>
        </p:txBody>
      </p:sp>
      <p:sp>
        <p:nvSpPr>
          <p:cNvPr id="4" name="Rounded Rectangle 3">
            <a:extLst>
              <a:ext uri="{FF2B5EF4-FFF2-40B4-BE49-F238E27FC236}">
                <a16:creationId xmlns:a16="http://schemas.microsoft.com/office/drawing/2014/main" id="{4B6FBB7F-D15C-A409-AA27-3EC7F13010EB}"/>
              </a:ext>
            </a:extLst>
          </p:cNvPr>
          <p:cNvSpPr/>
          <p:nvPr/>
        </p:nvSpPr>
        <p:spPr>
          <a:xfrm>
            <a:off x="142875" y="314325"/>
            <a:ext cx="371475" cy="6415088"/>
          </a:xfrm>
          <a:prstGeom prst="roundRect">
            <a:avLst/>
          </a:prstGeom>
          <a:solidFill>
            <a:srgbClr val="009BB3"/>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a:extLst>
              <a:ext uri="{FF2B5EF4-FFF2-40B4-BE49-F238E27FC236}">
                <a16:creationId xmlns:a16="http://schemas.microsoft.com/office/drawing/2014/main" id="{8E4BF3CA-6E0C-56C2-669C-91BC57237253}"/>
              </a:ext>
            </a:extLst>
          </p:cNvPr>
          <p:cNvSpPr txBox="1">
            <a:spLocks/>
          </p:cNvSpPr>
          <p:nvPr/>
        </p:nvSpPr>
        <p:spPr>
          <a:xfrm>
            <a:off x="689019" y="1357312"/>
            <a:ext cx="11118667" cy="641508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pPr algn="l"/>
            <a:r>
              <a:rPr lang="en-US" sz="2000" b="1" dirty="0">
                <a:latin typeface="Dubai" panose="020B0503030403030204" pitchFamily="34" charset="-78"/>
                <a:cs typeface="Dubai" panose="020B0503030403030204" pitchFamily="34" charset="-78"/>
              </a:rPr>
              <a:t>We looked into</a:t>
            </a:r>
          </a:p>
          <a:p>
            <a:pPr marL="342900" indent="-342900" algn="l">
              <a:buFont typeface="Arial" charset="0"/>
              <a:buChar char="•"/>
            </a:pPr>
            <a:endParaRPr lang="en-US" sz="2000" b="1" dirty="0">
              <a:latin typeface="Dubai" panose="020B0503030403030204" pitchFamily="34" charset="-78"/>
              <a:cs typeface="Dubai" panose="020B0503030403030204" pitchFamily="34" charset="-78"/>
            </a:endParaRPr>
          </a:p>
        </p:txBody>
      </p:sp>
      <p:sp>
        <p:nvSpPr>
          <p:cNvPr id="8" name="Title 1">
            <a:extLst>
              <a:ext uri="{FF2B5EF4-FFF2-40B4-BE49-F238E27FC236}">
                <a16:creationId xmlns:a16="http://schemas.microsoft.com/office/drawing/2014/main" id="{4CBF1927-ACCF-01FF-B26A-F19464045512}"/>
              </a:ext>
            </a:extLst>
          </p:cNvPr>
          <p:cNvSpPr txBox="1">
            <a:spLocks/>
          </p:cNvSpPr>
          <p:nvPr/>
        </p:nvSpPr>
        <p:spPr>
          <a:xfrm>
            <a:off x="689020" y="186124"/>
            <a:ext cx="10477500" cy="89217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dirty="0">
                <a:latin typeface="Dubai" panose="020B0503030403030204" pitchFamily="34" charset="-78"/>
                <a:cs typeface="Dubai" panose="020B0503030403030204" pitchFamily="34" charset="-78"/>
              </a:rPr>
              <a:t>In Summary</a:t>
            </a:r>
          </a:p>
        </p:txBody>
      </p:sp>
    </p:spTree>
    <p:extLst>
      <p:ext uri="{BB962C8B-B14F-4D97-AF65-F5344CB8AC3E}">
        <p14:creationId xmlns:p14="http://schemas.microsoft.com/office/powerpoint/2010/main" val="3493707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59"/>
          <p:cNvSpPr txBox="1">
            <a:spLocks noGrp="1"/>
          </p:cNvSpPr>
          <p:nvPr>
            <p:ph type="body" idx="1"/>
          </p:nvPr>
        </p:nvSpPr>
        <p:spPr>
          <a:xfrm>
            <a:off x="475297" y="3713767"/>
            <a:ext cx="5340800" cy="800400"/>
          </a:xfrm>
          <a:prstGeom prst="rect">
            <a:avLst/>
          </a:prstGeom>
        </p:spPr>
        <p:txBody>
          <a:bodyPr spcFirstLastPara="1" wrap="square" lIns="91433" tIns="90000" rIns="91433" bIns="90000" anchor="t" anchorCtr="0">
            <a:noAutofit/>
          </a:bodyPr>
          <a:lstStyle/>
          <a:p>
            <a:pPr marL="0" indent="0">
              <a:buSzPts val="1100"/>
            </a:pPr>
            <a:r>
              <a:rPr lang="en" dirty="0"/>
              <a:t>Please contact </a:t>
            </a:r>
            <a:r>
              <a:rPr lang="en" dirty="0" err="1"/>
              <a:t>wellcomeconnectingscience.org</a:t>
            </a:r>
            <a:r>
              <a:rPr lang="en" dirty="0"/>
              <a:t> for more information.</a:t>
            </a:r>
            <a:endParaRPr dirty="0"/>
          </a:p>
        </p:txBody>
      </p:sp>
      <p:sp>
        <p:nvSpPr>
          <p:cNvPr id="2" name="Google Shape;430;p59">
            <a:extLst>
              <a:ext uri="{FF2B5EF4-FFF2-40B4-BE49-F238E27FC236}">
                <a16:creationId xmlns:a16="http://schemas.microsoft.com/office/drawing/2014/main" id="{086F8E4B-7EB8-B1F0-A788-1EFEB4DA9782}"/>
              </a:ext>
            </a:extLst>
          </p:cNvPr>
          <p:cNvSpPr txBox="1">
            <a:spLocks/>
          </p:cNvSpPr>
          <p:nvPr/>
        </p:nvSpPr>
        <p:spPr>
          <a:xfrm>
            <a:off x="475297" y="4715253"/>
            <a:ext cx="5340800" cy="800400"/>
          </a:xfrm>
          <a:prstGeom prst="rect">
            <a:avLst/>
          </a:prstGeom>
          <a:noFill/>
          <a:ln>
            <a:noFill/>
          </a:ln>
        </p:spPr>
        <p:txBody>
          <a:bodyPr spcFirstLastPara="1" wrap="square" lIns="91433" tIns="90000" rIns="91433" bIns="90000" anchor="t" anchorCtr="0">
            <a:noAutofit/>
          </a:bodyPr>
          <a:lstStyle>
            <a:defPPr marR="0" lvl="0" algn="l" rtl="0">
              <a:lnSpc>
                <a:spcPct val="100000"/>
              </a:lnSpc>
              <a:spcBef>
                <a:spcPts val="0"/>
              </a:spcBef>
              <a:spcAft>
                <a:spcPts val="0"/>
              </a:spcAft>
            </a:defPPr>
            <a:lvl1pPr marL="609585" marR="0" lvl="0" indent="-304792" algn="l" rtl="0">
              <a:lnSpc>
                <a:spcPct val="90000"/>
              </a:lnSpc>
              <a:spcBef>
                <a:spcPts val="1067"/>
              </a:spcBef>
              <a:spcAft>
                <a:spcPts val="0"/>
              </a:spcAft>
              <a:buClr>
                <a:schemeClr val="dk1"/>
              </a:buClr>
              <a:buSzPts val="1400"/>
              <a:buFont typeface="Arial"/>
              <a:buNone/>
              <a:defRPr sz="1867" b="0" i="0" u="none" strike="noStrike" cap="none">
                <a:solidFill>
                  <a:schemeClr val="dk1"/>
                </a:solidFill>
                <a:latin typeface="Helvetica Neue"/>
                <a:ea typeface="Helvetica Neue"/>
                <a:cs typeface="Helvetica Neue"/>
                <a:sym typeface="Helvetica Neue"/>
              </a:defRPr>
            </a:lvl1pPr>
            <a:lvl2pPr marL="1219170" marR="0" lvl="1" indent="-457189" algn="l" rtl="0">
              <a:lnSpc>
                <a:spcPct val="90000"/>
              </a:lnSpc>
              <a:spcBef>
                <a:spcPts val="533"/>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828754" marR="0" lvl="2" indent="-431789" algn="l" rtl="0">
              <a:lnSpc>
                <a:spcPct val="90000"/>
              </a:lnSpc>
              <a:spcBef>
                <a:spcPts val="533"/>
              </a:spcBef>
              <a:spcAft>
                <a:spcPts val="0"/>
              </a:spcAft>
              <a:buClr>
                <a:schemeClr val="dk1"/>
              </a:buClr>
              <a:buSzPts val="1500"/>
              <a:buFont typeface="Arial"/>
              <a:buChar char="•"/>
              <a:defRPr sz="2000" b="0" i="0" u="none" strike="noStrike" cap="none">
                <a:solidFill>
                  <a:schemeClr val="dk1"/>
                </a:solidFill>
                <a:latin typeface="Calibri"/>
                <a:ea typeface="Calibri"/>
                <a:cs typeface="Calibri"/>
                <a:sym typeface="Calibri"/>
              </a:defRPr>
            </a:lvl3pPr>
            <a:lvl4pPr marL="2438339" marR="0" lvl="3"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4pPr>
            <a:lvl5pPr marL="3047924" marR="0" lvl="4"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5pPr>
            <a:lvl6pPr marL="3657509" marR="0" lvl="5"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6pPr>
            <a:lvl7pPr marL="4267093" marR="0" lvl="6"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7pPr>
            <a:lvl8pPr marL="4876678" marR="0" lvl="7"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8pPr>
            <a:lvl9pPr marL="5486263" marR="0" lvl="8" indent="-423323" algn="l" rtl="0">
              <a:lnSpc>
                <a:spcPct val="90000"/>
              </a:lnSpc>
              <a:spcBef>
                <a:spcPts val="533"/>
              </a:spcBef>
              <a:spcAft>
                <a:spcPts val="0"/>
              </a:spcAft>
              <a:buClr>
                <a:schemeClr val="dk1"/>
              </a:buClr>
              <a:buSzPts val="1400"/>
              <a:buFont typeface="Arial"/>
              <a:buChar char="•"/>
              <a:defRPr sz="1867" b="0" i="0" u="none" strike="noStrike" cap="none">
                <a:solidFill>
                  <a:schemeClr val="dk1"/>
                </a:solidFill>
                <a:latin typeface="Calibri"/>
                <a:ea typeface="Calibri"/>
                <a:cs typeface="Calibri"/>
                <a:sym typeface="Calibri"/>
              </a:defRPr>
            </a:lvl9pPr>
          </a:lstStyle>
          <a:p>
            <a:pPr marL="0" indent="0">
              <a:buSzPts val="1100"/>
            </a:pPr>
            <a:r>
              <a:rPr lang="en-GB" kern="0" dirty="0"/>
              <a:t>Email : rs23@sanger.ac.uk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onnecting Science Template">
  <a:themeElements>
    <a:clrScheme name="Connecting Science">
      <a:dk1>
        <a:srgbClr val="000000"/>
      </a:dk1>
      <a:lt1>
        <a:srgbClr val="FFFFFF"/>
      </a:lt1>
      <a:dk2>
        <a:srgbClr val="009BB2"/>
      </a:dk2>
      <a:lt2>
        <a:srgbClr val="E91E63"/>
      </a:lt2>
      <a:accent1>
        <a:srgbClr val="2A512C"/>
      </a:accent1>
      <a:accent2>
        <a:srgbClr val="C91D1D"/>
      </a:accent2>
      <a:accent3>
        <a:srgbClr val="006171"/>
      </a:accent3>
      <a:accent4>
        <a:srgbClr val="FEC300"/>
      </a:accent4>
      <a:accent5>
        <a:srgbClr val="80C34B"/>
      </a:accent5>
      <a:accent6>
        <a:srgbClr val="9C27B2"/>
      </a:accent6>
      <a:hlink>
        <a:srgbClr val="F027B2"/>
      </a:hlink>
      <a:folHlink>
        <a:srgbClr val="F07F0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12189</TotalTime>
  <Words>1165</Words>
  <Application>Microsoft Macintosh PowerPoint</Application>
  <PresentationFormat>Widescreen</PresentationFormat>
  <Paragraphs>179</Paragraphs>
  <Slides>25</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25</vt:i4>
      </vt:variant>
    </vt:vector>
  </HeadingPairs>
  <TitlesOfParts>
    <vt:vector size="34" baseType="lpstr">
      <vt:lpstr>Aptos</vt:lpstr>
      <vt:lpstr>Aptos Display</vt:lpstr>
      <vt:lpstr>Arial</vt:lpstr>
      <vt:lpstr>Avenir Book</vt:lpstr>
      <vt:lpstr>Calibri</vt:lpstr>
      <vt:lpstr>Dubai</vt:lpstr>
      <vt:lpstr>Helvetica Neue</vt:lpstr>
      <vt:lpstr>Office Theme</vt:lpstr>
      <vt:lpstr>Connecting Science Template</vt:lpstr>
      <vt:lpstr>connecting people with science</vt:lpstr>
      <vt:lpstr>PowerPoint Presentation</vt:lpstr>
      <vt:lpstr>What to expect in this session</vt:lpstr>
      <vt:lpstr>CRISPR-Cas9 editing</vt:lpstr>
      <vt:lpstr>CRISPR-Cas9 editing – Generating Gene KOs</vt:lpstr>
      <vt:lpstr>CRISPR-Cas9 editing – Generating novel lines</vt:lpstr>
      <vt:lpstr>CRISPR-Cas9 edits - how to validate them </vt:lpstr>
      <vt:lpstr>CRISPR-Cas9 edits - how to validate them </vt:lpstr>
      <vt:lpstr>CRISPR-Cas9 edits – what are the methods are available and what do they provide </vt:lpstr>
      <vt:lpstr>Understanding the outcomes of genome editing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Sandeep Sundara Rajan</dc:creator>
  <cp:lastModifiedBy>Sandeep Sundara Rajan</cp:lastModifiedBy>
  <cp:revision>14</cp:revision>
  <dcterms:created xsi:type="dcterms:W3CDTF">2024-09-25T17:35:30Z</dcterms:created>
  <dcterms:modified xsi:type="dcterms:W3CDTF">2025-07-24T23:03:48Z</dcterms:modified>
</cp:coreProperties>
</file>